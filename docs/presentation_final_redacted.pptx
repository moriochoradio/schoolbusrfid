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31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84" r:id="rId21"/>
    <p:sldId id="272" r:id="rId22"/>
    <p:sldId id="274" r:id="rId23"/>
    <p:sldId id="275" r:id="rId24"/>
    <p:sldId id="276" r:id="rId25"/>
    <p:sldId id="282" r:id="rId26"/>
    <p:sldId id="277" r:id="rId27"/>
    <p:sldId id="283" r:id="rId28"/>
    <p:sldId id="278" r:id="rId29"/>
    <p:sldId id="281" r:id="rId30"/>
  </p:sldIdLst>
  <p:sldSz cx="18288000" cy="10287000"/>
  <p:notesSz cx="6858000" cy="9144000"/>
  <p:embeddedFontLst>
    <p:embeddedFont>
      <p:font typeface="Gmarket Sans Bold" panose="020B0600000101010101" charset="-127"/>
      <p:bold r:id="rId32"/>
    </p:embeddedFont>
    <p:embeddedFont>
      <p:font typeface="Gmarket Sans Medium" panose="020B0600000101010101" charset="-127"/>
      <p:regular r:id="rId33"/>
    </p:embeddedFont>
    <p:embeddedFont>
      <p:font typeface="Noto Sans CJK KR Bold" panose="020B0600000101010101" charset="-127"/>
      <p:bold r:id="rId34"/>
    </p:embeddedFont>
    <p:embeddedFont>
      <p:font typeface="Noto Sans CJK KR Medium" panose="020B0600000101010101" charset="-127"/>
      <p:bold r:id="rId35"/>
    </p:embeddedFont>
    <p:embeddedFont>
      <p:font typeface="맑은 고딕" panose="020B0503020000020004" pitchFamily="50" charset="-127"/>
      <p:regular r:id="rId36"/>
      <p:bold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8" userDrawn="1">
          <p15:clr>
            <a:srgbClr val="A4A3A4"/>
          </p15:clr>
        </p15:guide>
        <p15:guide id="2" pos="5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ACAE"/>
    <a:srgbClr val="FECF93"/>
    <a:srgbClr val="000000"/>
    <a:srgbClr val="FD9F28"/>
    <a:srgbClr val="FEEFC5"/>
    <a:srgbClr val="FECA8A"/>
    <a:srgbClr val="FEE6C6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0" autoAdjust="0"/>
    <p:restoredTop sz="91487" autoAdjust="0"/>
  </p:normalViewPr>
  <p:slideViewPr>
    <p:cSldViewPr>
      <p:cViewPr varScale="1">
        <p:scale>
          <a:sx n="59" d="100"/>
          <a:sy n="59" d="100"/>
        </p:scale>
        <p:origin x="936" y="52"/>
      </p:cViewPr>
      <p:guideLst>
        <p:guide orient="horz" pos="408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font" Target="fonts/font3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5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4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2.fntdata"/><Relationship Id="rId38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C1A87C-5D91-43F2-9197-2CB9F108CC55}" type="doc">
      <dgm:prSet loTypeId="urn:microsoft.com/office/officeart/2005/8/layout/lProcess2" loCatId="relationship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pPr latinLnBrk="1"/>
          <a:endParaRPr lang="ko-KR" altLang="en-US"/>
        </a:p>
      </dgm:t>
    </dgm:pt>
    <dgm:pt modelId="{5B908FEC-D3BD-4C78-8AB2-9C40DAA93EB9}">
      <dgm:prSet phldrT="[텍스트]" custT="1"/>
      <dgm:spPr>
        <a:solidFill>
          <a:srgbClr val="FEE6C6"/>
        </a:solidFill>
      </dgm:spPr>
      <dgm:t>
        <a:bodyPr/>
        <a:lstStyle/>
        <a:p>
          <a:pPr latinLnBrk="1"/>
          <a:r>
            <a:rPr lang="en-US" altLang="ko-KR" sz="3600" dirty="0">
              <a:solidFill>
                <a:schemeClr val="tx1">
                  <a:lumMod val="75000"/>
                  <a:lumOff val="25000"/>
                </a:schemeClr>
              </a:solidFill>
              <a:latin typeface="Gmarket Sans Medium" panose="020B0600000101010101" charset="-127"/>
              <a:ea typeface="Gmarket Sans Medium" panose="020B0600000101010101" charset="-127"/>
            </a:rPr>
            <a:t>PM </a:t>
          </a:r>
          <a:r>
            <a:rPr lang="ko-KR" altLang="en-US" sz="3600" dirty="0" err="1">
              <a:solidFill>
                <a:schemeClr val="tx1">
                  <a:lumMod val="75000"/>
                  <a:lumOff val="25000"/>
                </a:schemeClr>
              </a:solidFill>
              <a:latin typeface="Gmarket Sans Medium" panose="020B0600000101010101" charset="-127"/>
              <a:ea typeface="Gmarket Sans Medium" panose="020B0600000101010101" charset="-127"/>
            </a:rPr>
            <a:t>김</a:t>
          </a:r>
          <a:r>
            <a:rPr lang="ko-KR" sz="3600" b="0" i="0" u="none" strike="noStrike" dirty="0" err="1">
              <a:solidFill>
                <a:schemeClr val="tx1">
                  <a:lumMod val="65000"/>
                  <a:lumOff val="35000"/>
                </a:schemeClr>
              </a:solidFill>
              <a:latin typeface="Gmarket Sans Medium" panose="020B0600000101010101" charset="-127"/>
              <a:ea typeface="Gmarket Sans Medium" panose="020B0600000101010101" charset="-127"/>
            </a:rPr>
            <a:t>OO</a:t>
          </a:r>
          <a:endParaRPr lang="ko-KR" altLang="en-US" sz="3600" dirty="0">
            <a:solidFill>
              <a:schemeClr val="tx1">
                <a:lumMod val="75000"/>
                <a:lumOff val="25000"/>
              </a:schemeClr>
            </a:solidFill>
            <a:latin typeface="Gmarket Sans Medium" panose="020B0600000101010101" charset="-127"/>
            <a:ea typeface="Gmarket Sans Medium" panose="020B0600000101010101" charset="-127"/>
          </a:endParaRPr>
        </a:p>
      </dgm:t>
    </dgm:pt>
    <dgm:pt modelId="{49E5DB91-1F93-475B-8133-D88CD5E3894F}" type="parTrans" cxnId="{D81FC56F-7772-4671-824D-4F87613D7938}">
      <dgm:prSet/>
      <dgm:spPr/>
      <dgm:t>
        <a:bodyPr/>
        <a:lstStyle/>
        <a:p>
          <a:pPr latinLnBrk="1"/>
          <a:endParaRPr lang="ko-KR" altLang="en-US"/>
        </a:p>
      </dgm:t>
    </dgm:pt>
    <dgm:pt modelId="{1CC95495-A106-4721-A6B3-803955D5AFA9}" type="sibTrans" cxnId="{D81FC56F-7772-4671-824D-4F87613D7938}">
      <dgm:prSet/>
      <dgm:spPr/>
      <dgm:t>
        <a:bodyPr/>
        <a:lstStyle/>
        <a:p>
          <a:pPr latinLnBrk="1"/>
          <a:endParaRPr lang="ko-KR" altLang="en-US"/>
        </a:p>
      </dgm:t>
    </dgm:pt>
    <dgm:pt modelId="{73D90225-BCD6-4103-9156-ED8559E0BFCE}">
      <dgm:prSet phldrT="[텍스트]" custT="1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pPr latinLnBrk="1"/>
          <a:r>
            <a:rPr lang="en-US" sz="1600" b="0" i="0" u="none" strike="noStrike" spc="0" dirty="0">
              <a:latin typeface="Gmarket Sans Medium" panose="020B0600000101010101" charset="-127"/>
              <a:ea typeface="Gmarket Sans Medium" panose="020B0600000101010101" charset="-127"/>
            </a:rPr>
            <a:t>*******</a:t>
          </a:r>
          <a:br>
            <a:rPr lang="en-US" sz="1600" b="0" i="0" u="none" strike="noStrike" spc="0" dirty="0">
              <a:latin typeface="Gmarket Sans Medium" panose="020B0600000101010101" charset="-127"/>
              <a:ea typeface="Gmarket Sans Medium" panose="020B0600000101010101" charset="-127"/>
            </a:rPr>
          </a:br>
          <a:r>
            <a:rPr lang="en-US" sz="1600" b="0" i="0" u="none" strike="noStrike" spc="0" dirty="0">
              <a:latin typeface="Gmarket Sans Medium" panose="020B0600000101010101" charset="-127"/>
              <a:ea typeface="Gmarket Sans Medium" panose="020B0600000101010101" charset="-127"/>
            </a:rPr>
            <a:t>***@naver.com</a:t>
          </a:r>
          <a:endParaRPr lang="ko-KR" altLang="en-US" sz="1600" spc="0" dirty="0">
            <a:latin typeface="Gmarket Sans Medium" panose="020B0600000101010101" charset="-127"/>
            <a:ea typeface="Gmarket Sans Medium" panose="020B0600000101010101" charset="-127"/>
          </a:endParaRPr>
        </a:p>
      </dgm:t>
    </dgm:pt>
    <dgm:pt modelId="{DDDD74B3-3F18-4517-83AD-86169B34C771}" type="parTrans" cxnId="{93D91263-FC09-421B-B784-CE03460719EA}">
      <dgm:prSet/>
      <dgm:spPr/>
      <dgm:t>
        <a:bodyPr/>
        <a:lstStyle/>
        <a:p>
          <a:pPr latinLnBrk="1"/>
          <a:endParaRPr lang="ko-KR" altLang="en-US"/>
        </a:p>
      </dgm:t>
    </dgm:pt>
    <dgm:pt modelId="{CA1D4E1C-33F3-4B85-B2CB-F8727B11E204}" type="sibTrans" cxnId="{93D91263-FC09-421B-B784-CE03460719EA}">
      <dgm:prSet/>
      <dgm:spPr/>
      <dgm:t>
        <a:bodyPr/>
        <a:lstStyle/>
        <a:p>
          <a:pPr latinLnBrk="1"/>
          <a:endParaRPr lang="ko-KR" altLang="en-US"/>
        </a:p>
      </dgm:t>
    </dgm:pt>
    <dgm:pt modelId="{AC8C87B5-9BE0-40D7-B224-2C9D5B1F2253}">
      <dgm:prSet phldrT="[텍스트]" custT="1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pPr latinLnBrk="1"/>
          <a:r>
            <a:rPr lang="ko-KR" altLang="en-US" sz="1600" dirty="0">
              <a:latin typeface="Gmarket Sans Medium" panose="020B0600000101010101" charset="-127"/>
              <a:ea typeface="Gmarket Sans Medium" panose="020B0600000101010101" charset="-127"/>
            </a:rPr>
            <a:t>업무 분담</a:t>
          </a:r>
          <a:br>
            <a:rPr lang="en-US" altLang="ko-KR" sz="1600" dirty="0">
              <a:latin typeface="Gmarket Sans Medium" panose="020B0600000101010101" charset="-127"/>
              <a:ea typeface="Gmarket Sans Medium" panose="020B0600000101010101" charset="-127"/>
            </a:rPr>
          </a:br>
          <a:r>
            <a:rPr lang="ko-KR" altLang="en-US" sz="1600" dirty="0">
              <a:latin typeface="Gmarket Sans Medium" panose="020B0600000101010101" charset="-127"/>
              <a:ea typeface="Gmarket Sans Medium" panose="020B0600000101010101" charset="-127"/>
            </a:rPr>
            <a:t>일정 관리</a:t>
          </a:r>
          <a:br>
            <a:rPr lang="en-US" altLang="ko-KR" sz="1600" dirty="0">
              <a:latin typeface="Gmarket Sans Medium" panose="020B0600000101010101" charset="-127"/>
              <a:ea typeface="Gmarket Sans Medium" panose="020B0600000101010101" charset="-127"/>
            </a:rPr>
          </a:br>
          <a:r>
            <a:rPr lang="ko-KR" altLang="en-US" sz="1600" dirty="0">
              <a:latin typeface="Gmarket Sans Medium" panose="020B0600000101010101" charset="-127"/>
              <a:ea typeface="Gmarket Sans Medium" panose="020B0600000101010101" charset="-127"/>
            </a:rPr>
            <a:t>하드웨어 설계</a:t>
          </a:r>
        </a:p>
      </dgm:t>
    </dgm:pt>
    <dgm:pt modelId="{5A40989F-8AC2-4800-B3D5-2604674E970A}" type="parTrans" cxnId="{A0C75FBA-91B7-4E5C-823A-D1A99545182F}">
      <dgm:prSet/>
      <dgm:spPr/>
      <dgm:t>
        <a:bodyPr/>
        <a:lstStyle/>
        <a:p>
          <a:pPr latinLnBrk="1"/>
          <a:endParaRPr lang="ko-KR" altLang="en-US"/>
        </a:p>
      </dgm:t>
    </dgm:pt>
    <dgm:pt modelId="{01EB9E3B-711A-49B3-AC30-44202FA81FAA}" type="sibTrans" cxnId="{A0C75FBA-91B7-4E5C-823A-D1A99545182F}">
      <dgm:prSet/>
      <dgm:spPr/>
      <dgm:t>
        <a:bodyPr/>
        <a:lstStyle/>
        <a:p>
          <a:pPr latinLnBrk="1"/>
          <a:endParaRPr lang="ko-KR" altLang="en-US"/>
        </a:p>
      </dgm:t>
    </dgm:pt>
    <dgm:pt modelId="{1532BB38-E8E2-4540-88BA-1EEEAF4E9C09}">
      <dgm:prSet phldrT="[텍스트]" custT="1"/>
      <dgm:spPr>
        <a:solidFill>
          <a:srgbClr val="FEE6C6"/>
        </a:solidFill>
      </dgm:spPr>
      <dgm:t>
        <a:bodyPr/>
        <a:lstStyle/>
        <a:p>
          <a:pPr latinLnBrk="1"/>
          <a:r>
            <a:rPr lang="en-US" altLang="ko-KR" sz="3600" dirty="0">
              <a:solidFill>
                <a:schemeClr val="tx1">
                  <a:lumMod val="75000"/>
                  <a:lumOff val="25000"/>
                </a:schemeClr>
              </a:solidFill>
              <a:latin typeface="Gmarket Sans Medium" panose="020B0600000101010101" charset="-127"/>
              <a:ea typeface="Gmarket Sans Medium" panose="020B0600000101010101" charset="-127"/>
            </a:rPr>
            <a:t>CM </a:t>
          </a:r>
          <a:r>
            <a:rPr lang="ko-KR" altLang="en-US" sz="3600" dirty="0" err="1">
              <a:solidFill>
                <a:schemeClr val="tx1">
                  <a:lumMod val="75000"/>
                  <a:lumOff val="25000"/>
                </a:schemeClr>
              </a:solidFill>
              <a:latin typeface="Gmarket Sans Medium" panose="020B0600000101010101" charset="-127"/>
              <a:ea typeface="Gmarket Sans Medium" panose="020B0600000101010101" charset="-127"/>
            </a:rPr>
            <a:t>서</a:t>
          </a:r>
          <a:r>
            <a:rPr lang="ko-KR" sz="3600" b="0" i="0" u="none" strike="noStrike" dirty="0" err="1">
              <a:solidFill>
                <a:schemeClr val="tx1">
                  <a:lumMod val="65000"/>
                  <a:lumOff val="35000"/>
                </a:schemeClr>
              </a:solidFill>
              <a:latin typeface="Gmarket Sans Medium" panose="020B0600000101010101" charset="-127"/>
              <a:ea typeface="Gmarket Sans Medium" panose="020B0600000101010101" charset="-127"/>
            </a:rPr>
            <a:t>OO</a:t>
          </a:r>
          <a:endParaRPr lang="ko-KR" altLang="en-US" sz="3600" dirty="0">
            <a:solidFill>
              <a:schemeClr val="tx1">
                <a:lumMod val="75000"/>
                <a:lumOff val="25000"/>
              </a:schemeClr>
            </a:solidFill>
            <a:latin typeface="Gmarket Sans Medium" panose="020B0600000101010101" charset="-127"/>
            <a:ea typeface="Gmarket Sans Medium" panose="020B0600000101010101" charset="-127"/>
          </a:endParaRPr>
        </a:p>
      </dgm:t>
    </dgm:pt>
    <dgm:pt modelId="{8F18140F-E4B3-4D10-9BDE-B7CE781B6C4E}" type="parTrans" cxnId="{CB408B22-B4D9-4710-ACD1-D008E8BAD647}">
      <dgm:prSet/>
      <dgm:spPr/>
      <dgm:t>
        <a:bodyPr/>
        <a:lstStyle/>
        <a:p>
          <a:pPr latinLnBrk="1"/>
          <a:endParaRPr lang="ko-KR" altLang="en-US"/>
        </a:p>
      </dgm:t>
    </dgm:pt>
    <dgm:pt modelId="{6634D83C-7EC7-46EE-AF5C-47F2616C5F92}" type="sibTrans" cxnId="{CB408B22-B4D9-4710-ACD1-D008E8BAD647}">
      <dgm:prSet/>
      <dgm:spPr/>
      <dgm:t>
        <a:bodyPr/>
        <a:lstStyle/>
        <a:p>
          <a:pPr latinLnBrk="1"/>
          <a:endParaRPr lang="ko-KR" altLang="en-US"/>
        </a:p>
      </dgm:t>
    </dgm:pt>
    <dgm:pt modelId="{CCF36D8D-E929-48E9-9330-C4195FB96C2A}">
      <dgm:prSet phldrT="[텍스트]" custT="1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pPr latinLnBrk="1"/>
          <a:r>
            <a:rPr lang="en-US" sz="1600" b="0" i="0" u="none" strike="noStrike" spc="0" dirty="0">
              <a:latin typeface="Gmarket Sans Medium" panose="020B0600000101010101" charset="-127"/>
              <a:ea typeface="Gmarket Sans Medium" panose="020B0600000101010101" charset="-127"/>
            </a:rPr>
            <a:t>*******</a:t>
          </a:r>
          <a:br>
            <a:rPr lang="en-US" sz="1600" b="0" i="0" u="none" strike="noStrike" spc="0" dirty="0">
              <a:latin typeface="Gmarket Sans Medium" panose="020B0600000101010101" charset="-127"/>
              <a:ea typeface="Gmarket Sans Medium" panose="020B0600000101010101" charset="-127"/>
            </a:rPr>
          </a:br>
          <a:r>
            <a:rPr lang="en-US" sz="1600" b="0" i="0" u="none" strike="noStrike" spc="0" dirty="0">
              <a:latin typeface="Gmarket Sans Medium" panose="020B0600000101010101" charset="-127"/>
              <a:ea typeface="Gmarket Sans Medium" panose="020B0600000101010101" charset="-127"/>
            </a:rPr>
            <a:t>***@naver.com </a:t>
          </a:r>
          <a:endParaRPr lang="ko-KR" altLang="en-US" sz="1600" spc="0" dirty="0">
            <a:latin typeface="Gmarket Sans Medium" panose="020B0600000101010101" charset="-127"/>
            <a:ea typeface="Gmarket Sans Medium" panose="020B0600000101010101" charset="-127"/>
          </a:endParaRPr>
        </a:p>
      </dgm:t>
    </dgm:pt>
    <dgm:pt modelId="{8D7643F4-63E6-4832-9D62-A62F7B6A44DD}" type="parTrans" cxnId="{7C233A30-4A9A-4209-910F-2CD5C31F3FAC}">
      <dgm:prSet/>
      <dgm:spPr/>
      <dgm:t>
        <a:bodyPr/>
        <a:lstStyle/>
        <a:p>
          <a:pPr latinLnBrk="1"/>
          <a:endParaRPr lang="ko-KR" altLang="en-US"/>
        </a:p>
      </dgm:t>
    </dgm:pt>
    <dgm:pt modelId="{E4B66E04-3D9E-47B7-83E8-1E3DC7C04D03}" type="sibTrans" cxnId="{7C233A30-4A9A-4209-910F-2CD5C31F3FAC}">
      <dgm:prSet/>
      <dgm:spPr/>
      <dgm:t>
        <a:bodyPr/>
        <a:lstStyle/>
        <a:p>
          <a:pPr latinLnBrk="1"/>
          <a:endParaRPr lang="ko-KR" altLang="en-US"/>
        </a:p>
      </dgm:t>
    </dgm:pt>
    <dgm:pt modelId="{D1C21D0E-40BD-47E1-B0D2-B4445420A87C}">
      <dgm:prSet phldrT="[텍스트]" custT="1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pPr latinLnBrk="1"/>
          <a:r>
            <a:rPr lang="ko-KR" altLang="en-US" sz="1600" dirty="0">
              <a:latin typeface="Gmarket Sans Medium" panose="020B0600000101010101" charset="-127"/>
              <a:ea typeface="Gmarket Sans Medium" panose="020B0600000101010101" charset="-127"/>
            </a:rPr>
            <a:t>회의록 작성</a:t>
          </a:r>
          <a:br>
            <a:rPr lang="en-US" altLang="ko-KR" sz="1600" dirty="0">
              <a:latin typeface="Gmarket Sans Medium" panose="020B0600000101010101" charset="-127"/>
              <a:ea typeface="Gmarket Sans Medium" panose="020B0600000101010101" charset="-127"/>
            </a:rPr>
          </a:br>
          <a:r>
            <a:rPr lang="ko-KR" altLang="en-US" sz="1600" dirty="0">
              <a:latin typeface="Gmarket Sans Medium" panose="020B0600000101010101" charset="-127"/>
              <a:ea typeface="Gmarket Sans Medium" panose="020B0600000101010101" charset="-127"/>
            </a:rPr>
            <a:t>형상 관리</a:t>
          </a:r>
          <a:br>
            <a:rPr lang="en-US" altLang="ko-KR" sz="1600" dirty="0">
              <a:latin typeface="Gmarket Sans Medium" panose="020B0600000101010101" charset="-127"/>
              <a:ea typeface="Gmarket Sans Medium" panose="020B0600000101010101" charset="-127"/>
            </a:rPr>
          </a:br>
          <a:r>
            <a:rPr lang="ko-KR" altLang="en-US" sz="1600" dirty="0">
              <a:latin typeface="Gmarket Sans Medium" panose="020B0600000101010101" charset="-127"/>
              <a:ea typeface="Gmarket Sans Medium" panose="020B0600000101010101" charset="-127"/>
            </a:rPr>
            <a:t>하드웨어 설계</a:t>
          </a:r>
        </a:p>
      </dgm:t>
    </dgm:pt>
    <dgm:pt modelId="{66E10006-EDF2-4F59-B909-EC890898EF3E}" type="parTrans" cxnId="{EE1A99A9-83F4-4767-A793-09503FA4BA92}">
      <dgm:prSet/>
      <dgm:spPr/>
      <dgm:t>
        <a:bodyPr/>
        <a:lstStyle/>
        <a:p>
          <a:pPr latinLnBrk="1"/>
          <a:endParaRPr lang="ko-KR" altLang="en-US"/>
        </a:p>
      </dgm:t>
    </dgm:pt>
    <dgm:pt modelId="{858A76CA-25DA-4DD4-87BA-6E591903F1BB}" type="sibTrans" cxnId="{EE1A99A9-83F4-4767-A793-09503FA4BA92}">
      <dgm:prSet/>
      <dgm:spPr/>
      <dgm:t>
        <a:bodyPr/>
        <a:lstStyle/>
        <a:p>
          <a:pPr latinLnBrk="1"/>
          <a:endParaRPr lang="ko-KR" altLang="en-US"/>
        </a:p>
      </dgm:t>
    </dgm:pt>
    <dgm:pt modelId="{23060145-C4E5-4AE9-989F-DE15873749C0}">
      <dgm:prSet phldrT="[텍스트]" custT="1"/>
      <dgm:spPr>
        <a:solidFill>
          <a:srgbClr val="FEE6C6"/>
        </a:solidFill>
      </dgm:spPr>
      <dgm:t>
        <a:bodyPr/>
        <a:lstStyle/>
        <a:p>
          <a:pPr latinLnBrk="1"/>
          <a:r>
            <a:rPr lang="en-US" altLang="ko-KR" sz="3600" dirty="0">
              <a:solidFill>
                <a:schemeClr val="tx1">
                  <a:lumMod val="75000"/>
                  <a:lumOff val="25000"/>
                </a:schemeClr>
              </a:solidFill>
              <a:latin typeface="Gmarket Sans Medium" panose="020B0600000101010101" charset="-127"/>
              <a:ea typeface="Gmarket Sans Medium" panose="020B0600000101010101" charset="-127"/>
            </a:rPr>
            <a:t>QA </a:t>
          </a:r>
          <a:r>
            <a:rPr lang="ko-KR" altLang="en-US" sz="3600" dirty="0" err="1">
              <a:solidFill>
                <a:schemeClr val="tx1">
                  <a:lumMod val="75000"/>
                  <a:lumOff val="25000"/>
                </a:schemeClr>
              </a:solidFill>
              <a:latin typeface="Gmarket Sans Medium" panose="020B0600000101010101" charset="-127"/>
              <a:ea typeface="Gmarket Sans Medium" panose="020B0600000101010101" charset="-127"/>
            </a:rPr>
            <a:t>김</a:t>
          </a:r>
          <a:r>
            <a:rPr lang="ko-KR" sz="3600" b="0" i="0" u="none" strike="noStrike" dirty="0" err="1">
              <a:solidFill>
                <a:schemeClr val="tx1">
                  <a:lumMod val="65000"/>
                  <a:lumOff val="35000"/>
                </a:schemeClr>
              </a:solidFill>
              <a:latin typeface="Gmarket Sans Medium" panose="020B0600000101010101" charset="-127"/>
              <a:ea typeface="Gmarket Sans Medium" panose="020B0600000101010101" charset="-127"/>
            </a:rPr>
            <a:t>OO</a:t>
          </a:r>
          <a:endParaRPr lang="ko-KR" altLang="en-US" sz="3600" dirty="0">
            <a:solidFill>
              <a:schemeClr val="tx1">
                <a:lumMod val="75000"/>
                <a:lumOff val="25000"/>
              </a:schemeClr>
            </a:solidFill>
            <a:latin typeface="Gmarket Sans Medium" panose="020B0600000101010101" charset="-127"/>
            <a:ea typeface="Gmarket Sans Medium" panose="020B0600000101010101" charset="-127"/>
          </a:endParaRPr>
        </a:p>
      </dgm:t>
    </dgm:pt>
    <dgm:pt modelId="{BEC44E1C-4769-44F5-B7A5-6E9759197426}" type="parTrans" cxnId="{6963E295-C5A1-4F1F-81D4-578A6762EF3A}">
      <dgm:prSet/>
      <dgm:spPr/>
      <dgm:t>
        <a:bodyPr/>
        <a:lstStyle/>
        <a:p>
          <a:pPr latinLnBrk="1"/>
          <a:endParaRPr lang="ko-KR" altLang="en-US"/>
        </a:p>
      </dgm:t>
    </dgm:pt>
    <dgm:pt modelId="{459E8FB5-D0ED-4F5F-832E-5BC598B3F829}" type="sibTrans" cxnId="{6963E295-C5A1-4F1F-81D4-578A6762EF3A}">
      <dgm:prSet/>
      <dgm:spPr/>
      <dgm:t>
        <a:bodyPr/>
        <a:lstStyle/>
        <a:p>
          <a:pPr latinLnBrk="1"/>
          <a:endParaRPr lang="ko-KR" altLang="en-US"/>
        </a:p>
      </dgm:t>
    </dgm:pt>
    <dgm:pt modelId="{AB614A0F-0BE9-4BFB-AEB2-1044E6B2E71A}">
      <dgm:prSet phldrT="[텍스트]" custT="1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pPr latinLnBrk="1"/>
          <a:r>
            <a:rPr lang="en-US" altLang="ko-KR" sz="1600" spc="0" dirty="0">
              <a:latin typeface="Gmarket Sans Medium" panose="020B0600000101010101" charset="-127"/>
              <a:ea typeface="Gmarket Sans Medium" panose="020B0600000101010101" charset="-127"/>
            </a:rPr>
            <a:t>*******</a:t>
          </a:r>
          <a:br>
            <a:rPr lang="en-US" altLang="ko-KR" sz="1600" spc="0" dirty="0">
              <a:latin typeface="Gmarket Sans Medium" panose="020B0600000101010101" charset="-127"/>
              <a:ea typeface="Gmarket Sans Medium" panose="020B0600000101010101" charset="-127"/>
            </a:rPr>
          </a:br>
          <a:r>
            <a:rPr lang="en-US" altLang="ko-KR" sz="1600" spc="0" dirty="0">
              <a:latin typeface="Gmarket Sans Medium" panose="020B0600000101010101" charset="-127"/>
              <a:ea typeface="Gmarket Sans Medium" panose="020B0600000101010101" charset="-127"/>
            </a:rPr>
            <a:t>***@naver.com</a:t>
          </a:r>
          <a:endParaRPr lang="ko-KR" altLang="en-US" sz="1600" spc="0" dirty="0">
            <a:latin typeface="Gmarket Sans Medium" panose="020B0600000101010101" charset="-127"/>
            <a:ea typeface="Gmarket Sans Medium" panose="020B0600000101010101" charset="-127"/>
          </a:endParaRPr>
        </a:p>
      </dgm:t>
    </dgm:pt>
    <dgm:pt modelId="{9F01BD6B-8710-4952-99F4-8392A1A90955}" type="parTrans" cxnId="{063F12F3-7C4C-4346-9EDF-3ACE6F990CD8}">
      <dgm:prSet/>
      <dgm:spPr/>
      <dgm:t>
        <a:bodyPr/>
        <a:lstStyle/>
        <a:p>
          <a:pPr latinLnBrk="1"/>
          <a:endParaRPr lang="ko-KR" altLang="en-US"/>
        </a:p>
      </dgm:t>
    </dgm:pt>
    <dgm:pt modelId="{4D62987E-5A37-4C6A-A2D6-5C7A7DE41B69}" type="sibTrans" cxnId="{063F12F3-7C4C-4346-9EDF-3ACE6F990CD8}">
      <dgm:prSet/>
      <dgm:spPr/>
      <dgm:t>
        <a:bodyPr/>
        <a:lstStyle/>
        <a:p>
          <a:pPr latinLnBrk="1"/>
          <a:endParaRPr lang="ko-KR" altLang="en-US"/>
        </a:p>
      </dgm:t>
    </dgm:pt>
    <dgm:pt modelId="{D8A9F6E7-68A8-413B-B622-C2CF586C5DE4}">
      <dgm:prSet phldrT="[텍스트]" custT="1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pPr latinLnBrk="1"/>
          <a:r>
            <a:rPr lang="ko-KR" altLang="en-US" sz="1600" dirty="0">
              <a:latin typeface="Gmarket Sans Medium" panose="020B0600000101010101" charset="-127"/>
              <a:ea typeface="Gmarket Sans Medium" panose="020B0600000101010101" charset="-127"/>
            </a:rPr>
            <a:t>애플리케이션 시험</a:t>
          </a:r>
          <a:br>
            <a:rPr lang="en-US" altLang="ko-KR" sz="1600" dirty="0">
              <a:latin typeface="Gmarket Sans Medium" panose="020B0600000101010101" charset="-127"/>
              <a:ea typeface="Gmarket Sans Medium" panose="020B0600000101010101" charset="-127"/>
            </a:rPr>
          </a:br>
          <a:r>
            <a:rPr lang="ko-KR" altLang="en-US" sz="1600" dirty="0">
              <a:latin typeface="Gmarket Sans Medium" panose="020B0600000101010101" charset="-127"/>
              <a:ea typeface="Gmarket Sans Medium" panose="020B0600000101010101" charset="-127"/>
            </a:rPr>
            <a:t>소프트웨어 설계</a:t>
          </a:r>
          <a:br>
            <a:rPr lang="en-US" altLang="ko-KR" sz="1600" dirty="0">
              <a:latin typeface="Gmarket Sans Medium" panose="020B0600000101010101" charset="-127"/>
              <a:ea typeface="Gmarket Sans Medium" panose="020B0600000101010101" charset="-127"/>
            </a:rPr>
          </a:br>
          <a:r>
            <a:rPr lang="en-US" altLang="ko-KR" sz="1600" dirty="0">
              <a:latin typeface="Gmarket Sans Medium" panose="020B0600000101010101" charset="-127"/>
              <a:ea typeface="Gmarket Sans Medium" panose="020B0600000101010101" charset="-127"/>
            </a:rPr>
            <a:t>Firebase DB </a:t>
          </a:r>
          <a:r>
            <a:rPr lang="ko-KR" altLang="en-US" sz="1600" dirty="0">
              <a:latin typeface="Gmarket Sans Medium" panose="020B0600000101010101" charset="-127"/>
              <a:ea typeface="Gmarket Sans Medium" panose="020B0600000101010101" charset="-127"/>
            </a:rPr>
            <a:t>구축</a:t>
          </a:r>
          <a:endParaRPr lang="en-US" altLang="ko-KR" sz="1600" dirty="0">
            <a:latin typeface="Gmarket Sans Medium" panose="020B0600000101010101" charset="-127"/>
            <a:ea typeface="Gmarket Sans Medium" panose="020B0600000101010101" charset="-127"/>
          </a:endParaRPr>
        </a:p>
      </dgm:t>
    </dgm:pt>
    <dgm:pt modelId="{B0D760BC-12D2-4E26-81B0-6C828035F3F8}" type="parTrans" cxnId="{3E6381F7-23C5-4E9D-9790-5E22C74E97EF}">
      <dgm:prSet/>
      <dgm:spPr/>
      <dgm:t>
        <a:bodyPr/>
        <a:lstStyle/>
        <a:p>
          <a:pPr latinLnBrk="1"/>
          <a:endParaRPr lang="ko-KR" altLang="en-US"/>
        </a:p>
      </dgm:t>
    </dgm:pt>
    <dgm:pt modelId="{F9DA9090-0F8A-4B7B-86CE-5192BE24C373}" type="sibTrans" cxnId="{3E6381F7-23C5-4E9D-9790-5E22C74E97EF}">
      <dgm:prSet/>
      <dgm:spPr/>
      <dgm:t>
        <a:bodyPr/>
        <a:lstStyle/>
        <a:p>
          <a:pPr latinLnBrk="1"/>
          <a:endParaRPr lang="ko-KR" altLang="en-US"/>
        </a:p>
      </dgm:t>
    </dgm:pt>
    <dgm:pt modelId="{CFC57874-F418-4C9D-8CA2-12EE33E27151}">
      <dgm:prSet phldrT="[텍스트]" custT="1"/>
      <dgm:spPr>
        <a:solidFill>
          <a:srgbClr val="FEE6C6"/>
        </a:solidFill>
      </dgm:spPr>
      <dgm:t>
        <a:bodyPr/>
        <a:lstStyle/>
        <a:p>
          <a:pPr latinLnBrk="1"/>
          <a:r>
            <a:rPr lang="en-US" altLang="ko-KR" sz="3600" dirty="0">
              <a:solidFill>
                <a:schemeClr val="tx1">
                  <a:lumMod val="75000"/>
                  <a:lumOff val="25000"/>
                </a:schemeClr>
              </a:solidFill>
              <a:latin typeface="Gmarket Sans Medium" panose="020B0600000101010101" charset="-127"/>
              <a:ea typeface="Gmarket Sans Medium" panose="020B0600000101010101" charset="-127"/>
            </a:rPr>
            <a:t>ENG </a:t>
          </a:r>
          <a:r>
            <a:rPr lang="ko-KR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Gmarket Sans Medium" panose="020B0600000101010101" charset="-127"/>
              <a:ea typeface="Gmarket Sans Medium" panose="020B0600000101010101" charset="-127"/>
            </a:rPr>
            <a:t>김태경</a:t>
          </a:r>
        </a:p>
      </dgm:t>
    </dgm:pt>
    <dgm:pt modelId="{0EE3DDB0-6985-4827-AF1A-8611516E9768}" type="parTrans" cxnId="{AFE002EF-D263-4246-ACA5-A712C7D5C7F0}">
      <dgm:prSet/>
      <dgm:spPr/>
      <dgm:t>
        <a:bodyPr/>
        <a:lstStyle/>
        <a:p>
          <a:pPr latinLnBrk="1"/>
          <a:endParaRPr lang="ko-KR" altLang="en-US"/>
        </a:p>
      </dgm:t>
    </dgm:pt>
    <dgm:pt modelId="{A324D14D-23F7-4E7F-AC94-31E684096DA5}" type="sibTrans" cxnId="{AFE002EF-D263-4246-ACA5-A712C7D5C7F0}">
      <dgm:prSet/>
      <dgm:spPr/>
      <dgm:t>
        <a:bodyPr/>
        <a:lstStyle/>
        <a:p>
          <a:pPr latinLnBrk="1"/>
          <a:endParaRPr lang="ko-KR" altLang="en-US"/>
        </a:p>
      </dgm:t>
    </dgm:pt>
    <dgm:pt modelId="{0A1D81F0-9725-4817-9417-CE04F7B39363}">
      <dgm:prSet phldrT="[텍스트]" custT="1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pPr latinLnBrk="1"/>
          <a:r>
            <a:rPr lang="ko-KR" altLang="en-US" sz="1600" dirty="0">
              <a:latin typeface="Gmarket Sans Medium" panose="020B0600000101010101" charset="-127"/>
              <a:ea typeface="Gmarket Sans Medium" panose="020B0600000101010101" charset="-127"/>
            </a:rPr>
            <a:t>소스코드 관리</a:t>
          </a:r>
          <a:br>
            <a:rPr lang="en-US" altLang="ko-KR" sz="1600" dirty="0">
              <a:latin typeface="Gmarket Sans Medium" panose="020B0600000101010101" charset="-127"/>
              <a:ea typeface="Gmarket Sans Medium" panose="020B0600000101010101" charset="-127"/>
            </a:rPr>
          </a:br>
          <a:r>
            <a:rPr lang="ko-KR" altLang="en-US" sz="1600" dirty="0">
              <a:latin typeface="Gmarket Sans Medium" panose="020B0600000101010101" charset="-127"/>
              <a:ea typeface="Gmarket Sans Medium" panose="020B0600000101010101" charset="-127"/>
            </a:rPr>
            <a:t>소프트웨어 설계</a:t>
          </a:r>
          <a:br>
            <a:rPr lang="en-US" altLang="ko-KR" sz="1600" dirty="0">
              <a:latin typeface="Gmarket Sans Medium" panose="020B0600000101010101" charset="-127"/>
              <a:ea typeface="Gmarket Sans Medium" panose="020B0600000101010101" charset="-127"/>
            </a:rPr>
          </a:br>
          <a:r>
            <a:rPr lang="en-US" altLang="ko-KR" sz="1600" dirty="0">
              <a:latin typeface="Gmarket Sans Medium" panose="020B0600000101010101" charset="-127"/>
              <a:ea typeface="Gmarket Sans Medium" panose="020B0600000101010101" charset="-127"/>
            </a:rPr>
            <a:t>Firebase DB </a:t>
          </a:r>
          <a:r>
            <a:rPr lang="ko-KR" altLang="en-US" sz="1600" dirty="0">
              <a:latin typeface="Gmarket Sans Medium" panose="020B0600000101010101" charset="-127"/>
              <a:ea typeface="Gmarket Sans Medium" panose="020B0600000101010101" charset="-127"/>
            </a:rPr>
            <a:t>구축</a:t>
          </a:r>
        </a:p>
      </dgm:t>
    </dgm:pt>
    <dgm:pt modelId="{7020224C-85AF-4987-9011-7C2339CA4A41}" type="parTrans" cxnId="{CA2F8625-7E0D-4602-8D4A-A86AD8162240}">
      <dgm:prSet/>
      <dgm:spPr/>
      <dgm:t>
        <a:bodyPr/>
        <a:lstStyle/>
        <a:p>
          <a:pPr latinLnBrk="1"/>
          <a:endParaRPr lang="ko-KR" altLang="en-US"/>
        </a:p>
      </dgm:t>
    </dgm:pt>
    <dgm:pt modelId="{85E807DA-FE5C-4114-B04F-E4E206C4EA72}" type="sibTrans" cxnId="{CA2F8625-7E0D-4602-8D4A-A86AD8162240}">
      <dgm:prSet/>
      <dgm:spPr/>
      <dgm:t>
        <a:bodyPr/>
        <a:lstStyle/>
        <a:p>
          <a:pPr latinLnBrk="1"/>
          <a:endParaRPr lang="ko-KR" altLang="en-US"/>
        </a:p>
      </dgm:t>
    </dgm:pt>
    <dgm:pt modelId="{7E25F9DB-1D07-4350-9902-E37E4AF64E49}">
      <dgm:prSet phldrT="[텍스트]" custT="1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pPr latinLnBrk="1"/>
          <a:r>
            <a:rPr lang="en-US" sz="1600" b="0" i="0" u="none" strike="noStrike" spc="0" dirty="0">
              <a:latin typeface="Gmarket Sans Medium" panose="020B0600000101010101" charset="-127"/>
              <a:ea typeface="Gmarket Sans Medium" panose="020B0600000101010101" charset="-127"/>
            </a:rPr>
            <a:t>*******</a:t>
          </a:r>
          <a:br>
            <a:rPr lang="en-US" sz="1600" b="0" i="0" u="none" strike="noStrike" spc="0" dirty="0">
              <a:latin typeface="Gmarket Sans Medium" panose="020B0600000101010101" charset="-127"/>
              <a:ea typeface="Gmarket Sans Medium" panose="020B0600000101010101" charset="-127"/>
            </a:rPr>
          </a:br>
          <a:r>
            <a:rPr lang="en-US" sz="1600" b="0" i="0" u="none" strike="noStrike" spc="0" dirty="0">
              <a:latin typeface="Gmarket Sans Medium" panose="020B0600000101010101" charset="-127"/>
              <a:ea typeface="Gmarket Sans Medium" panose="020B0600000101010101" charset="-127"/>
            </a:rPr>
            <a:t>***@naver.com</a:t>
          </a:r>
          <a:endParaRPr lang="ko-KR" altLang="en-US" sz="1600" spc="0" dirty="0">
            <a:latin typeface="Gmarket Sans Medium" panose="020B0600000101010101" charset="-127"/>
            <a:ea typeface="Gmarket Sans Medium" panose="020B0600000101010101" charset="-127"/>
          </a:endParaRPr>
        </a:p>
      </dgm:t>
    </dgm:pt>
    <dgm:pt modelId="{1D80C859-1B6C-45B7-868D-8FA1D44129C3}" type="parTrans" cxnId="{B7C44843-EA0F-49B7-9A42-AB03CA2D07BA}">
      <dgm:prSet/>
      <dgm:spPr/>
      <dgm:t>
        <a:bodyPr/>
        <a:lstStyle/>
        <a:p>
          <a:pPr latinLnBrk="1"/>
          <a:endParaRPr lang="ko-KR" altLang="en-US"/>
        </a:p>
      </dgm:t>
    </dgm:pt>
    <dgm:pt modelId="{9440A0CF-7FAC-41CC-B8FE-3D73667BBE21}" type="sibTrans" cxnId="{B7C44843-EA0F-49B7-9A42-AB03CA2D07BA}">
      <dgm:prSet/>
      <dgm:spPr/>
      <dgm:t>
        <a:bodyPr/>
        <a:lstStyle/>
        <a:p>
          <a:pPr latinLnBrk="1"/>
          <a:endParaRPr lang="ko-KR" altLang="en-US"/>
        </a:p>
      </dgm:t>
    </dgm:pt>
    <dgm:pt modelId="{AEC88779-AEBC-49B1-91C3-FF8CF80B1E25}" type="pres">
      <dgm:prSet presAssocID="{9EC1A87C-5D91-43F2-9197-2CB9F108CC55}" presName="theList" presStyleCnt="0">
        <dgm:presLayoutVars>
          <dgm:dir/>
          <dgm:animLvl val="lvl"/>
          <dgm:resizeHandles val="exact"/>
        </dgm:presLayoutVars>
      </dgm:prSet>
      <dgm:spPr/>
    </dgm:pt>
    <dgm:pt modelId="{36D71ABA-DCC9-44F5-BDBA-6AEC164AFCAF}" type="pres">
      <dgm:prSet presAssocID="{5B908FEC-D3BD-4C78-8AB2-9C40DAA93EB9}" presName="compNode" presStyleCnt="0"/>
      <dgm:spPr/>
    </dgm:pt>
    <dgm:pt modelId="{53247B85-4DB7-43C0-830B-B9CE9D623034}" type="pres">
      <dgm:prSet presAssocID="{5B908FEC-D3BD-4C78-8AB2-9C40DAA93EB9}" presName="aNode" presStyleLbl="bgShp" presStyleIdx="0" presStyleCnt="4" custLinFactNeighborX="-4697"/>
      <dgm:spPr/>
    </dgm:pt>
    <dgm:pt modelId="{0CC46950-A567-4DCA-8A10-F67F493F1AC0}" type="pres">
      <dgm:prSet presAssocID="{5B908FEC-D3BD-4C78-8AB2-9C40DAA93EB9}" presName="textNode" presStyleLbl="bgShp" presStyleIdx="0" presStyleCnt="4"/>
      <dgm:spPr/>
    </dgm:pt>
    <dgm:pt modelId="{5B9DB514-ACA7-4EB7-8AA4-3B9552E29399}" type="pres">
      <dgm:prSet presAssocID="{5B908FEC-D3BD-4C78-8AB2-9C40DAA93EB9}" presName="compChildNode" presStyleCnt="0"/>
      <dgm:spPr/>
    </dgm:pt>
    <dgm:pt modelId="{ABC64255-0C06-4627-B783-8101AA5C1406}" type="pres">
      <dgm:prSet presAssocID="{5B908FEC-D3BD-4C78-8AB2-9C40DAA93EB9}" presName="theInnerList" presStyleCnt="0"/>
      <dgm:spPr/>
    </dgm:pt>
    <dgm:pt modelId="{AB75F9CF-9731-47F1-9A66-067BA843A362}" type="pres">
      <dgm:prSet presAssocID="{73D90225-BCD6-4103-9156-ED8559E0BFCE}" presName="childNode" presStyleLbl="node1" presStyleIdx="0" presStyleCnt="8">
        <dgm:presLayoutVars>
          <dgm:bulletEnabled val="1"/>
        </dgm:presLayoutVars>
      </dgm:prSet>
      <dgm:spPr/>
    </dgm:pt>
    <dgm:pt modelId="{7FA513D0-7EDA-4C5E-8072-A1BA0ED5E87D}" type="pres">
      <dgm:prSet presAssocID="{73D90225-BCD6-4103-9156-ED8559E0BFCE}" presName="aSpace2" presStyleCnt="0"/>
      <dgm:spPr/>
    </dgm:pt>
    <dgm:pt modelId="{2391FA82-D6BE-414D-BB04-151B47BD859D}" type="pres">
      <dgm:prSet presAssocID="{AC8C87B5-9BE0-40D7-B224-2C9D5B1F2253}" presName="childNode" presStyleLbl="node1" presStyleIdx="1" presStyleCnt="8">
        <dgm:presLayoutVars>
          <dgm:bulletEnabled val="1"/>
        </dgm:presLayoutVars>
      </dgm:prSet>
      <dgm:spPr/>
    </dgm:pt>
    <dgm:pt modelId="{B3509B53-C734-4D3F-97F2-EBC7BE631886}" type="pres">
      <dgm:prSet presAssocID="{5B908FEC-D3BD-4C78-8AB2-9C40DAA93EB9}" presName="aSpace" presStyleCnt="0"/>
      <dgm:spPr/>
    </dgm:pt>
    <dgm:pt modelId="{71063727-F668-4DB8-AA5F-A1F6E44D5928}" type="pres">
      <dgm:prSet presAssocID="{1532BB38-E8E2-4540-88BA-1EEEAF4E9C09}" presName="compNode" presStyleCnt="0"/>
      <dgm:spPr/>
    </dgm:pt>
    <dgm:pt modelId="{3BB0184B-2EAD-431A-9B75-3231AF407D72}" type="pres">
      <dgm:prSet presAssocID="{1532BB38-E8E2-4540-88BA-1EEEAF4E9C09}" presName="aNode" presStyleLbl="bgShp" presStyleIdx="1" presStyleCnt="4"/>
      <dgm:spPr/>
    </dgm:pt>
    <dgm:pt modelId="{00E9FA36-8C52-46F8-B970-D23CC77489E0}" type="pres">
      <dgm:prSet presAssocID="{1532BB38-E8E2-4540-88BA-1EEEAF4E9C09}" presName="textNode" presStyleLbl="bgShp" presStyleIdx="1" presStyleCnt="4"/>
      <dgm:spPr/>
    </dgm:pt>
    <dgm:pt modelId="{3379B88E-30B2-4E70-8F87-108883D0675E}" type="pres">
      <dgm:prSet presAssocID="{1532BB38-E8E2-4540-88BA-1EEEAF4E9C09}" presName="compChildNode" presStyleCnt="0"/>
      <dgm:spPr/>
    </dgm:pt>
    <dgm:pt modelId="{7C72723D-6D91-4411-8696-C2FA09A15E09}" type="pres">
      <dgm:prSet presAssocID="{1532BB38-E8E2-4540-88BA-1EEEAF4E9C09}" presName="theInnerList" presStyleCnt="0"/>
      <dgm:spPr/>
    </dgm:pt>
    <dgm:pt modelId="{8FFECAFA-F0FC-40F3-97B7-43370271BC4C}" type="pres">
      <dgm:prSet presAssocID="{CCF36D8D-E929-48E9-9330-C4195FB96C2A}" presName="childNode" presStyleLbl="node1" presStyleIdx="2" presStyleCnt="8">
        <dgm:presLayoutVars>
          <dgm:bulletEnabled val="1"/>
        </dgm:presLayoutVars>
      </dgm:prSet>
      <dgm:spPr/>
    </dgm:pt>
    <dgm:pt modelId="{4D00694E-336C-4CF5-9BED-9F08C521136D}" type="pres">
      <dgm:prSet presAssocID="{CCF36D8D-E929-48E9-9330-C4195FB96C2A}" presName="aSpace2" presStyleCnt="0"/>
      <dgm:spPr/>
    </dgm:pt>
    <dgm:pt modelId="{1501E50B-FB9F-4E88-BE79-A75112DC3ABE}" type="pres">
      <dgm:prSet presAssocID="{D1C21D0E-40BD-47E1-B0D2-B4445420A87C}" presName="childNode" presStyleLbl="node1" presStyleIdx="3" presStyleCnt="8">
        <dgm:presLayoutVars>
          <dgm:bulletEnabled val="1"/>
        </dgm:presLayoutVars>
      </dgm:prSet>
      <dgm:spPr/>
    </dgm:pt>
    <dgm:pt modelId="{867F5D4B-61E4-4525-8F63-7E49310E87C5}" type="pres">
      <dgm:prSet presAssocID="{1532BB38-E8E2-4540-88BA-1EEEAF4E9C09}" presName="aSpace" presStyleCnt="0"/>
      <dgm:spPr/>
    </dgm:pt>
    <dgm:pt modelId="{7B630BB7-6618-48FE-B5D5-D9EFABBD6581}" type="pres">
      <dgm:prSet presAssocID="{23060145-C4E5-4AE9-989F-DE15873749C0}" presName="compNode" presStyleCnt="0"/>
      <dgm:spPr/>
    </dgm:pt>
    <dgm:pt modelId="{E1AA2172-C18A-473E-ABFA-273FE3E2703B}" type="pres">
      <dgm:prSet presAssocID="{23060145-C4E5-4AE9-989F-DE15873749C0}" presName="aNode" presStyleLbl="bgShp" presStyleIdx="2" presStyleCnt="4"/>
      <dgm:spPr/>
    </dgm:pt>
    <dgm:pt modelId="{D617499E-132B-4F6C-AE7A-1CCB3CBE918D}" type="pres">
      <dgm:prSet presAssocID="{23060145-C4E5-4AE9-989F-DE15873749C0}" presName="textNode" presStyleLbl="bgShp" presStyleIdx="2" presStyleCnt="4"/>
      <dgm:spPr/>
    </dgm:pt>
    <dgm:pt modelId="{C86E1C18-91DE-4D47-99A9-F132AE702CFC}" type="pres">
      <dgm:prSet presAssocID="{23060145-C4E5-4AE9-989F-DE15873749C0}" presName="compChildNode" presStyleCnt="0"/>
      <dgm:spPr/>
    </dgm:pt>
    <dgm:pt modelId="{4D9438D6-22EE-4612-8D94-F8E33D114C68}" type="pres">
      <dgm:prSet presAssocID="{23060145-C4E5-4AE9-989F-DE15873749C0}" presName="theInnerList" presStyleCnt="0"/>
      <dgm:spPr/>
    </dgm:pt>
    <dgm:pt modelId="{5B2ED161-D83C-4D39-AC79-094571FAB079}" type="pres">
      <dgm:prSet presAssocID="{AB614A0F-0BE9-4BFB-AEB2-1044E6B2E71A}" presName="childNode" presStyleLbl="node1" presStyleIdx="4" presStyleCnt="8">
        <dgm:presLayoutVars>
          <dgm:bulletEnabled val="1"/>
        </dgm:presLayoutVars>
      </dgm:prSet>
      <dgm:spPr/>
    </dgm:pt>
    <dgm:pt modelId="{E6F1AD64-D4D4-4511-A4A1-C1D45A02D18F}" type="pres">
      <dgm:prSet presAssocID="{AB614A0F-0BE9-4BFB-AEB2-1044E6B2E71A}" presName="aSpace2" presStyleCnt="0"/>
      <dgm:spPr/>
    </dgm:pt>
    <dgm:pt modelId="{C976E027-68A8-455B-BA6A-096082E1B467}" type="pres">
      <dgm:prSet presAssocID="{D8A9F6E7-68A8-413B-B622-C2CF586C5DE4}" presName="childNode" presStyleLbl="node1" presStyleIdx="5" presStyleCnt="8">
        <dgm:presLayoutVars>
          <dgm:bulletEnabled val="1"/>
        </dgm:presLayoutVars>
      </dgm:prSet>
      <dgm:spPr/>
    </dgm:pt>
    <dgm:pt modelId="{AB10968C-BAA4-407A-B434-9A4B887D7FC1}" type="pres">
      <dgm:prSet presAssocID="{23060145-C4E5-4AE9-989F-DE15873749C0}" presName="aSpace" presStyleCnt="0"/>
      <dgm:spPr/>
    </dgm:pt>
    <dgm:pt modelId="{53586ECA-184E-4ED5-B835-C04C1C63BD23}" type="pres">
      <dgm:prSet presAssocID="{CFC57874-F418-4C9D-8CA2-12EE33E27151}" presName="compNode" presStyleCnt="0"/>
      <dgm:spPr/>
    </dgm:pt>
    <dgm:pt modelId="{08DBD104-9127-400B-BF4C-0D288E9532DB}" type="pres">
      <dgm:prSet presAssocID="{CFC57874-F418-4C9D-8CA2-12EE33E27151}" presName="aNode" presStyleLbl="bgShp" presStyleIdx="3" presStyleCnt="4" custLinFactNeighborX="-290"/>
      <dgm:spPr/>
    </dgm:pt>
    <dgm:pt modelId="{0FC69513-7FAC-4FC4-B0BF-9DA37A8F55B4}" type="pres">
      <dgm:prSet presAssocID="{CFC57874-F418-4C9D-8CA2-12EE33E27151}" presName="textNode" presStyleLbl="bgShp" presStyleIdx="3" presStyleCnt="4"/>
      <dgm:spPr/>
    </dgm:pt>
    <dgm:pt modelId="{D59F3D2F-5423-43D4-A14A-D74271CEDC74}" type="pres">
      <dgm:prSet presAssocID="{CFC57874-F418-4C9D-8CA2-12EE33E27151}" presName="compChildNode" presStyleCnt="0"/>
      <dgm:spPr/>
    </dgm:pt>
    <dgm:pt modelId="{F577F75D-F5D8-4966-A3C2-1B834E084ACB}" type="pres">
      <dgm:prSet presAssocID="{CFC57874-F418-4C9D-8CA2-12EE33E27151}" presName="theInnerList" presStyleCnt="0"/>
      <dgm:spPr/>
    </dgm:pt>
    <dgm:pt modelId="{05D51B97-F0A7-40C3-8DEC-C29E110A2385}" type="pres">
      <dgm:prSet presAssocID="{7E25F9DB-1D07-4350-9902-E37E4AF64E49}" presName="childNode" presStyleLbl="node1" presStyleIdx="6" presStyleCnt="8">
        <dgm:presLayoutVars>
          <dgm:bulletEnabled val="1"/>
        </dgm:presLayoutVars>
      </dgm:prSet>
      <dgm:spPr/>
    </dgm:pt>
    <dgm:pt modelId="{F9DA2B9F-8FB8-4F39-84A5-6044498C54EB}" type="pres">
      <dgm:prSet presAssocID="{7E25F9DB-1D07-4350-9902-E37E4AF64E49}" presName="aSpace2" presStyleCnt="0"/>
      <dgm:spPr/>
    </dgm:pt>
    <dgm:pt modelId="{93C35BB5-A936-416E-BA24-E52DCCEBD5DF}" type="pres">
      <dgm:prSet presAssocID="{0A1D81F0-9725-4817-9417-CE04F7B39363}" presName="childNode" presStyleLbl="node1" presStyleIdx="7" presStyleCnt="8">
        <dgm:presLayoutVars>
          <dgm:bulletEnabled val="1"/>
        </dgm:presLayoutVars>
      </dgm:prSet>
      <dgm:spPr/>
    </dgm:pt>
  </dgm:ptLst>
  <dgm:cxnLst>
    <dgm:cxn modelId="{07874408-52C3-4277-B3C8-768B7E82EF8F}" type="presOf" srcId="{CCF36D8D-E929-48E9-9330-C4195FB96C2A}" destId="{8FFECAFA-F0FC-40F3-97B7-43370271BC4C}" srcOrd="0" destOrd="0" presId="urn:microsoft.com/office/officeart/2005/8/layout/lProcess2"/>
    <dgm:cxn modelId="{A78C5F09-76B9-4FA2-8B07-0057D57C6539}" type="presOf" srcId="{5B908FEC-D3BD-4C78-8AB2-9C40DAA93EB9}" destId="{53247B85-4DB7-43C0-830B-B9CE9D623034}" srcOrd="0" destOrd="0" presId="urn:microsoft.com/office/officeart/2005/8/layout/lProcess2"/>
    <dgm:cxn modelId="{CB408B22-B4D9-4710-ACD1-D008E8BAD647}" srcId="{9EC1A87C-5D91-43F2-9197-2CB9F108CC55}" destId="{1532BB38-E8E2-4540-88BA-1EEEAF4E9C09}" srcOrd="1" destOrd="0" parTransId="{8F18140F-E4B3-4D10-9BDE-B7CE781B6C4E}" sibTransId="{6634D83C-7EC7-46EE-AF5C-47F2616C5F92}"/>
    <dgm:cxn modelId="{CA2F8625-7E0D-4602-8D4A-A86AD8162240}" srcId="{CFC57874-F418-4C9D-8CA2-12EE33E27151}" destId="{0A1D81F0-9725-4817-9417-CE04F7B39363}" srcOrd="1" destOrd="0" parTransId="{7020224C-85AF-4987-9011-7C2339CA4A41}" sibTransId="{85E807DA-FE5C-4114-B04F-E4E206C4EA72}"/>
    <dgm:cxn modelId="{7C233A30-4A9A-4209-910F-2CD5C31F3FAC}" srcId="{1532BB38-E8E2-4540-88BA-1EEEAF4E9C09}" destId="{CCF36D8D-E929-48E9-9330-C4195FB96C2A}" srcOrd="0" destOrd="0" parTransId="{8D7643F4-63E6-4832-9D62-A62F7B6A44DD}" sibTransId="{E4B66E04-3D9E-47B7-83E8-1E3DC7C04D03}"/>
    <dgm:cxn modelId="{820DB631-AF0D-41C1-AAF2-F62C55F6FBEC}" type="presOf" srcId="{AB614A0F-0BE9-4BFB-AEB2-1044E6B2E71A}" destId="{5B2ED161-D83C-4D39-AC79-094571FAB079}" srcOrd="0" destOrd="0" presId="urn:microsoft.com/office/officeart/2005/8/layout/lProcess2"/>
    <dgm:cxn modelId="{78892835-9350-4DA6-8D8A-7FCB86C66F01}" type="presOf" srcId="{1532BB38-E8E2-4540-88BA-1EEEAF4E9C09}" destId="{3BB0184B-2EAD-431A-9B75-3231AF407D72}" srcOrd="0" destOrd="0" presId="urn:microsoft.com/office/officeart/2005/8/layout/lProcess2"/>
    <dgm:cxn modelId="{631C1340-6F00-4BB8-B855-C6F927D5C21D}" type="presOf" srcId="{23060145-C4E5-4AE9-989F-DE15873749C0}" destId="{E1AA2172-C18A-473E-ABFA-273FE3E2703B}" srcOrd="0" destOrd="0" presId="urn:microsoft.com/office/officeart/2005/8/layout/lProcess2"/>
    <dgm:cxn modelId="{25C77E5D-BFE0-49E9-9637-8AC557235840}" type="presOf" srcId="{CFC57874-F418-4C9D-8CA2-12EE33E27151}" destId="{0FC69513-7FAC-4FC4-B0BF-9DA37A8F55B4}" srcOrd="1" destOrd="0" presId="urn:microsoft.com/office/officeart/2005/8/layout/lProcess2"/>
    <dgm:cxn modelId="{93D91263-FC09-421B-B784-CE03460719EA}" srcId="{5B908FEC-D3BD-4C78-8AB2-9C40DAA93EB9}" destId="{73D90225-BCD6-4103-9156-ED8559E0BFCE}" srcOrd="0" destOrd="0" parTransId="{DDDD74B3-3F18-4517-83AD-86169B34C771}" sibTransId="{CA1D4E1C-33F3-4B85-B2CB-F8727B11E204}"/>
    <dgm:cxn modelId="{B7C44843-EA0F-49B7-9A42-AB03CA2D07BA}" srcId="{CFC57874-F418-4C9D-8CA2-12EE33E27151}" destId="{7E25F9DB-1D07-4350-9902-E37E4AF64E49}" srcOrd="0" destOrd="0" parTransId="{1D80C859-1B6C-45B7-868D-8FA1D44129C3}" sibTransId="{9440A0CF-7FAC-41CC-B8FE-3D73667BBE21}"/>
    <dgm:cxn modelId="{DDF1006E-3A26-46F6-BEEF-AD9659D4CBB9}" type="presOf" srcId="{CFC57874-F418-4C9D-8CA2-12EE33E27151}" destId="{08DBD104-9127-400B-BF4C-0D288E9532DB}" srcOrd="0" destOrd="0" presId="urn:microsoft.com/office/officeart/2005/8/layout/lProcess2"/>
    <dgm:cxn modelId="{D81FC56F-7772-4671-824D-4F87613D7938}" srcId="{9EC1A87C-5D91-43F2-9197-2CB9F108CC55}" destId="{5B908FEC-D3BD-4C78-8AB2-9C40DAA93EB9}" srcOrd="0" destOrd="0" parTransId="{49E5DB91-1F93-475B-8133-D88CD5E3894F}" sibTransId="{1CC95495-A106-4721-A6B3-803955D5AFA9}"/>
    <dgm:cxn modelId="{017EBB50-7CC2-4114-945B-7C990903BDFF}" type="presOf" srcId="{1532BB38-E8E2-4540-88BA-1EEEAF4E9C09}" destId="{00E9FA36-8C52-46F8-B970-D23CC77489E0}" srcOrd="1" destOrd="0" presId="urn:microsoft.com/office/officeart/2005/8/layout/lProcess2"/>
    <dgm:cxn modelId="{3ABE227A-7C20-47A2-BFE0-7B391405BCB7}" type="presOf" srcId="{5B908FEC-D3BD-4C78-8AB2-9C40DAA93EB9}" destId="{0CC46950-A567-4DCA-8A10-F67F493F1AC0}" srcOrd="1" destOrd="0" presId="urn:microsoft.com/office/officeart/2005/8/layout/lProcess2"/>
    <dgm:cxn modelId="{6963E295-C5A1-4F1F-81D4-578A6762EF3A}" srcId="{9EC1A87C-5D91-43F2-9197-2CB9F108CC55}" destId="{23060145-C4E5-4AE9-989F-DE15873749C0}" srcOrd="2" destOrd="0" parTransId="{BEC44E1C-4769-44F5-B7A5-6E9759197426}" sibTransId="{459E8FB5-D0ED-4F5F-832E-5BC598B3F829}"/>
    <dgm:cxn modelId="{00B120A2-FC14-4C0E-8E98-90E357B420AB}" type="presOf" srcId="{D1C21D0E-40BD-47E1-B0D2-B4445420A87C}" destId="{1501E50B-FB9F-4E88-BE79-A75112DC3ABE}" srcOrd="0" destOrd="0" presId="urn:microsoft.com/office/officeart/2005/8/layout/lProcess2"/>
    <dgm:cxn modelId="{45BF90A2-6E89-4382-A1D1-007310F568FD}" type="presOf" srcId="{AC8C87B5-9BE0-40D7-B224-2C9D5B1F2253}" destId="{2391FA82-D6BE-414D-BB04-151B47BD859D}" srcOrd="0" destOrd="0" presId="urn:microsoft.com/office/officeart/2005/8/layout/lProcess2"/>
    <dgm:cxn modelId="{EE1A99A9-83F4-4767-A793-09503FA4BA92}" srcId="{1532BB38-E8E2-4540-88BA-1EEEAF4E9C09}" destId="{D1C21D0E-40BD-47E1-B0D2-B4445420A87C}" srcOrd="1" destOrd="0" parTransId="{66E10006-EDF2-4F59-B909-EC890898EF3E}" sibTransId="{858A76CA-25DA-4DD4-87BA-6E591903F1BB}"/>
    <dgm:cxn modelId="{22BECCB7-EB9B-40B8-9D7C-2B260EED9C28}" type="presOf" srcId="{D8A9F6E7-68A8-413B-B622-C2CF586C5DE4}" destId="{C976E027-68A8-455B-BA6A-096082E1B467}" srcOrd="0" destOrd="0" presId="urn:microsoft.com/office/officeart/2005/8/layout/lProcess2"/>
    <dgm:cxn modelId="{A0C75FBA-91B7-4E5C-823A-D1A99545182F}" srcId="{5B908FEC-D3BD-4C78-8AB2-9C40DAA93EB9}" destId="{AC8C87B5-9BE0-40D7-B224-2C9D5B1F2253}" srcOrd="1" destOrd="0" parTransId="{5A40989F-8AC2-4800-B3D5-2604674E970A}" sibTransId="{01EB9E3B-711A-49B3-AC30-44202FA81FAA}"/>
    <dgm:cxn modelId="{11C0E3BE-2674-4EE8-9CAC-B2FD7AD531CA}" type="presOf" srcId="{73D90225-BCD6-4103-9156-ED8559E0BFCE}" destId="{AB75F9CF-9731-47F1-9A66-067BA843A362}" srcOrd="0" destOrd="0" presId="urn:microsoft.com/office/officeart/2005/8/layout/lProcess2"/>
    <dgm:cxn modelId="{8D42BCC0-6671-444A-B75A-BD36B5FF086A}" type="presOf" srcId="{7E25F9DB-1D07-4350-9902-E37E4AF64E49}" destId="{05D51B97-F0A7-40C3-8DEC-C29E110A2385}" srcOrd="0" destOrd="0" presId="urn:microsoft.com/office/officeart/2005/8/layout/lProcess2"/>
    <dgm:cxn modelId="{637B4AC6-FEBB-4ED2-8B3C-7399CB030454}" type="presOf" srcId="{9EC1A87C-5D91-43F2-9197-2CB9F108CC55}" destId="{AEC88779-AEBC-49B1-91C3-FF8CF80B1E25}" srcOrd="0" destOrd="0" presId="urn:microsoft.com/office/officeart/2005/8/layout/lProcess2"/>
    <dgm:cxn modelId="{6F7ADBD6-7AA4-4047-A2E5-94C2BE9DA757}" type="presOf" srcId="{23060145-C4E5-4AE9-989F-DE15873749C0}" destId="{D617499E-132B-4F6C-AE7A-1CCB3CBE918D}" srcOrd="1" destOrd="0" presId="urn:microsoft.com/office/officeart/2005/8/layout/lProcess2"/>
    <dgm:cxn modelId="{AFE002EF-D263-4246-ACA5-A712C7D5C7F0}" srcId="{9EC1A87C-5D91-43F2-9197-2CB9F108CC55}" destId="{CFC57874-F418-4C9D-8CA2-12EE33E27151}" srcOrd="3" destOrd="0" parTransId="{0EE3DDB0-6985-4827-AF1A-8611516E9768}" sibTransId="{A324D14D-23F7-4E7F-AC94-31E684096DA5}"/>
    <dgm:cxn modelId="{063F12F3-7C4C-4346-9EDF-3ACE6F990CD8}" srcId="{23060145-C4E5-4AE9-989F-DE15873749C0}" destId="{AB614A0F-0BE9-4BFB-AEB2-1044E6B2E71A}" srcOrd="0" destOrd="0" parTransId="{9F01BD6B-8710-4952-99F4-8392A1A90955}" sibTransId="{4D62987E-5A37-4C6A-A2D6-5C7A7DE41B69}"/>
    <dgm:cxn modelId="{3E6381F7-23C5-4E9D-9790-5E22C74E97EF}" srcId="{23060145-C4E5-4AE9-989F-DE15873749C0}" destId="{D8A9F6E7-68A8-413B-B622-C2CF586C5DE4}" srcOrd="1" destOrd="0" parTransId="{B0D760BC-12D2-4E26-81B0-6C828035F3F8}" sibTransId="{F9DA9090-0F8A-4B7B-86CE-5192BE24C373}"/>
    <dgm:cxn modelId="{80F8A5F8-3990-43BB-B0EA-A29A00C51636}" type="presOf" srcId="{0A1D81F0-9725-4817-9417-CE04F7B39363}" destId="{93C35BB5-A936-416E-BA24-E52DCCEBD5DF}" srcOrd="0" destOrd="0" presId="urn:microsoft.com/office/officeart/2005/8/layout/lProcess2"/>
    <dgm:cxn modelId="{34D0EBBE-BE9A-4463-8331-EFC681DA5AC4}" type="presParOf" srcId="{AEC88779-AEBC-49B1-91C3-FF8CF80B1E25}" destId="{36D71ABA-DCC9-44F5-BDBA-6AEC164AFCAF}" srcOrd="0" destOrd="0" presId="urn:microsoft.com/office/officeart/2005/8/layout/lProcess2"/>
    <dgm:cxn modelId="{A68664F0-9D26-4833-A59E-39305890DAF1}" type="presParOf" srcId="{36D71ABA-DCC9-44F5-BDBA-6AEC164AFCAF}" destId="{53247B85-4DB7-43C0-830B-B9CE9D623034}" srcOrd="0" destOrd="0" presId="urn:microsoft.com/office/officeart/2005/8/layout/lProcess2"/>
    <dgm:cxn modelId="{B555959D-C80D-41BD-9542-9DD00B50CB0D}" type="presParOf" srcId="{36D71ABA-DCC9-44F5-BDBA-6AEC164AFCAF}" destId="{0CC46950-A567-4DCA-8A10-F67F493F1AC0}" srcOrd="1" destOrd="0" presId="urn:microsoft.com/office/officeart/2005/8/layout/lProcess2"/>
    <dgm:cxn modelId="{CFEB3EED-1D71-4D44-AC44-0CA5C7AEC7C1}" type="presParOf" srcId="{36D71ABA-DCC9-44F5-BDBA-6AEC164AFCAF}" destId="{5B9DB514-ACA7-4EB7-8AA4-3B9552E29399}" srcOrd="2" destOrd="0" presId="urn:microsoft.com/office/officeart/2005/8/layout/lProcess2"/>
    <dgm:cxn modelId="{293C63AE-C4DD-41AC-87B4-D2F9F0F22B2B}" type="presParOf" srcId="{5B9DB514-ACA7-4EB7-8AA4-3B9552E29399}" destId="{ABC64255-0C06-4627-B783-8101AA5C1406}" srcOrd="0" destOrd="0" presId="urn:microsoft.com/office/officeart/2005/8/layout/lProcess2"/>
    <dgm:cxn modelId="{A644A36F-E322-4B64-8D04-8C95CA426E1B}" type="presParOf" srcId="{ABC64255-0C06-4627-B783-8101AA5C1406}" destId="{AB75F9CF-9731-47F1-9A66-067BA843A362}" srcOrd="0" destOrd="0" presId="urn:microsoft.com/office/officeart/2005/8/layout/lProcess2"/>
    <dgm:cxn modelId="{7DF9B7F0-1F16-4224-A45C-3CE658CF6796}" type="presParOf" srcId="{ABC64255-0C06-4627-B783-8101AA5C1406}" destId="{7FA513D0-7EDA-4C5E-8072-A1BA0ED5E87D}" srcOrd="1" destOrd="0" presId="urn:microsoft.com/office/officeart/2005/8/layout/lProcess2"/>
    <dgm:cxn modelId="{6183B095-EC24-4112-978C-458BD800C162}" type="presParOf" srcId="{ABC64255-0C06-4627-B783-8101AA5C1406}" destId="{2391FA82-D6BE-414D-BB04-151B47BD859D}" srcOrd="2" destOrd="0" presId="urn:microsoft.com/office/officeart/2005/8/layout/lProcess2"/>
    <dgm:cxn modelId="{7277A7AD-A0BC-44F0-A1A1-5DDF718FE1B8}" type="presParOf" srcId="{AEC88779-AEBC-49B1-91C3-FF8CF80B1E25}" destId="{B3509B53-C734-4D3F-97F2-EBC7BE631886}" srcOrd="1" destOrd="0" presId="urn:microsoft.com/office/officeart/2005/8/layout/lProcess2"/>
    <dgm:cxn modelId="{0854F315-6D98-4744-B556-3401E7E0C7CF}" type="presParOf" srcId="{AEC88779-AEBC-49B1-91C3-FF8CF80B1E25}" destId="{71063727-F668-4DB8-AA5F-A1F6E44D5928}" srcOrd="2" destOrd="0" presId="urn:microsoft.com/office/officeart/2005/8/layout/lProcess2"/>
    <dgm:cxn modelId="{B6AAA793-5AE1-4A86-9330-61CD62A2B1BE}" type="presParOf" srcId="{71063727-F668-4DB8-AA5F-A1F6E44D5928}" destId="{3BB0184B-2EAD-431A-9B75-3231AF407D72}" srcOrd="0" destOrd="0" presId="urn:microsoft.com/office/officeart/2005/8/layout/lProcess2"/>
    <dgm:cxn modelId="{28378AF8-5E47-4104-8184-D9B12E704B25}" type="presParOf" srcId="{71063727-F668-4DB8-AA5F-A1F6E44D5928}" destId="{00E9FA36-8C52-46F8-B970-D23CC77489E0}" srcOrd="1" destOrd="0" presId="urn:microsoft.com/office/officeart/2005/8/layout/lProcess2"/>
    <dgm:cxn modelId="{30F0599D-0666-46CC-943A-AA906CA80B04}" type="presParOf" srcId="{71063727-F668-4DB8-AA5F-A1F6E44D5928}" destId="{3379B88E-30B2-4E70-8F87-108883D0675E}" srcOrd="2" destOrd="0" presId="urn:microsoft.com/office/officeart/2005/8/layout/lProcess2"/>
    <dgm:cxn modelId="{607EC09E-AABF-49E4-B390-2020C4976535}" type="presParOf" srcId="{3379B88E-30B2-4E70-8F87-108883D0675E}" destId="{7C72723D-6D91-4411-8696-C2FA09A15E09}" srcOrd="0" destOrd="0" presId="urn:microsoft.com/office/officeart/2005/8/layout/lProcess2"/>
    <dgm:cxn modelId="{5744011E-67C6-4ABB-95A2-CCAEA7355F31}" type="presParOf" srcId="{7C72723D-6D91-4411-8696-C2FA09A15E09}" destId="{8FFECAFA-F0FC-40F3-97B7-43370271BC4C}" srcOrd="0" destOrd="0" presId="urn:microsoft.com/office/officeart/2005/8/layout/lProcess2"/>
    <dgm:cxn modelId="{4B294B1B-C047-4D49-B15D-42348BD79E79}" type="presParOf" srcId="{7C72723D-6D91-4411-8696-C2FA09A15E09}" destId="{4D00694E-336C-4CF5-9BED-9F08C521136D}" srcOrd="1" destOrd="0" presId="urn:microsoft.com/office/officeart/2005/8/layout/lProcess2"/>
    <dgm:cxn modelId="{263708E8-26AD-4C6B-B791-54358DFDE259}" type="presParOf" srcId="{7C72723D-6D91-4411-8696-C2FA09A15E09}" destId="{1501E50B-FB9F-4E88-BE79-A75112DC3ABE}" srcOrd="2" destOrd="0" presId="urn:microsoft.com/office/officeart/2005/8/layout/lProcess2"/>
    <dgm:cxn modelId="{67FE2133-D9F7-4F45-9BBE-EF9BB89BAEAB}" type="presParOf" srcId="{AEC88779-AEBC-49B1-91C3-FF8CF80B1E25}" destId="{867F5D4B-61E4-4525-8F63-7E49310E87C5}" srcOrd="3" destOrd="0" presId="urn:microsoft.com/office/officeart/2005/8/layout/lProcess2"/>
    <dgm:cxn modelId="{385BD594-EE0A-430A-A325-5991E01B6548}" type="presParOf" srcId="{AEC88779-AEBC-49B1-91C3-FF8CF80B1E25}" destId="{7B630BB7-6618-48FE-B5D5-D9EFABBD6581}" srcOrd="4" destOrd="0" presId="urn:microsoft.com/office/officeart/2005/8/layout/lProcess2"/>
    <dgm:cxn modelId="{6019BA3B-1B49-4C51-8B9D-032413BD0121}" type="presParOf" srcId="{7B630BB7-6618-48FE-B5D5-D9EFABBD6581}" destId="{E1AA2172-C18A-473E-ABFA-273FE3E2703B}" srcOrd="0" destOrd="0" presId="urn:microsoft.com/office/officeart/2005/8/layout/lProcess2"/>
    <dgm:cxn modelId="{FF244AE8-1D4B-4D3A-AF2C-93031FCBE525}" type="presParOf" srcId="{7B630BB7-6618-48FE-B5D5-D9EFABBD6581}" destId="{D617499E-132B-4F6C-AE7A-1CCB3CBE918D}" srcOrd="1" destOrd="0" presId="urn:microsoft.com/office/officeart/2005/8/layout/lProcess2"/>
    <dgm:cxn modelId="{9236359B-200D-4B67-905B-5A5AFCDC0177}" type="presParOf" srcId="{7B630BB7-6618-48FE-B5D5-D9EFABBD6581}" destId="{C86E1C18-91DE-4D47-99A9-F132AE702CFC}" srcOrd="2" destOrd="0" presId="urn:microsoft.com/office/officeart/2005/8/layout/lProcess2"/>
    <dgm:cxn modelId="{EA0EC5AB-3F97-4A2F-9899-976B63A2038D}" type="presParOf" srcId="{C86E1C18-91DE-4D47-99A9-F132AE702CFC}" destId="{4D9438D6-22EE-4612-8D94-F8E33D114C68}" srcOrd="0" destOrd="0" presId="urn:microsoft.com/office/officeart/2005/8/layout/lProcess2"/>
    <dgm:cxn modelId="{C880DE85-13CF-4950-B025-5CF25D77FAB8}" type="presParOf" srcId="{4D9438D6-22EE-4612-8D94-F8E33D114C68}" destId="{5B2ED161-D83C-4D39-AC79-094571FAB079}" srcOrd="0" destOrd="0" presId="urn:microsoft.com/office/officeart/2005/8/layout/lProcess2"/>
    <dgm:cxn modelId="{7A3B0859-70BD-4AC1-863A-B5AC0F5A9246}" type="presParOf" srcId="{4D9438D6-22EE-4612-8D94-F8E33D114C68}" destId="{E6F1AD64-D4D4-4511-A4A1-C1D45A02D18F}" srcOrd="1" destOrd="0" presId="urn:microsoft.com/office/officeart/2005/8/layout/lProcess2"/>
    <dgm:cxn modelId="{7BE2AFF9-076D-461C-86C8-67CE59CE298A}" type="presParOf" srcId="{4D9438D6-22EE-4612-8D94-F8E33D114C68}" destId="{C976E027-68A8-455B-BA6A-096082E1B467}" srcOrd="2" destOrd="0" presId="urn:microsoft.com/office/officeart/2005/8/layout/lProcess2"/>
    <dgm:cxn modelId="{4FE29651-A61D-43B7-97E3-E34F32555633}" type="presParOf" srcId="{AEC88779-AEBC-49B1-91C3-FF8CF80B1E25}" destId="{AB10968C-BAA4-407A-B434-9A4B887D7FC1}" srcOrd="5" destOrd="0" presId="urn:microsoft.com/office/officeart/2005/8/layout/lProcess2"/>
    <dgm:cxn modelId="{8FAF8016-AFCB-4AF2-B150-F1451B9C3F18}" type="presParOf" srcId="{AEC88779-AEBC-49B1-91C3-FF8CF80B1E25}" destId="{53586ECA-184E-4ED5-B835-C04C1C63BD23}" srcOrd="6" destOrd="0" presId="urn:microsoft.com/office/officeart/2005/8/layout/lProcess2"/>
    <dgm:cxn modelId="{6F849189-AD80-44C9-9F43-EC601B7604AC}" type="presParOf" srcId="{53586ECA-184E-4ED5-B835-C04C1C63BD23}" destId="{08DBD104-9127-400B-BF4C-0D288E9532DB}" srcOrd="0" destOrd="0" presId="urn:microsoft.com/office/officeart/2005/8/layout/lProcess2"/>
    <dgm:cxn modelId="{2E619566-0D8B-4C02-A253-1373E279DB2A}" type="presParOf" srcId="{53586ECA-184E-4ED5-B835-C04C1C63BD23}" destId="{0FC69513-7FAC-4FC4-B0BF-9DA37A8F55B4}" srcOrd="1" destOrd="0" presId="urn:microsoft.com/office/officeart/2005/8/layout/lProcess2"/>
    <dgm:cxn modelId="{0BA57B16-D286-4CFC-BE87-5632C4EE7876}" type="presParOf" srcId="{53586ECA-184E-4ED5-B835-C04C1C63BD23}" destId="{D59F3D2F-5423-43D4-A14A-D74271CEDC74}" srcOrd="2" destOrd="0" presId="urn:microsoft.com/office/officeart/2005/8/layout/lProcess2"/>
    <dgm:cxn modelId="{F53739CF-FBAC-4CF9-BA10-40B97C119966}" type="presParOf" srcId="{D59F3D2F-5423-43D4-A14A-D74271CEDC74}" destId="{F577F75D-F5D8-4966-A3C2-1B834E084ACB}" srcOrd="0" destOrd="0" presId="urn:microsoft.com/office/officeart/2005/8/layout/lProcess2"/>
    <dgm:cxn modelId="{B2265808-B789-432C-959B-B925B92BDD63}" type="presParOf" srcId="{F577F75D-F5D8-4966-A3C2-1B834E084ACB}" destId="{05D51B97-F0A7-40C3-8DEC-C29E110A2385}" srcOrd="0" destOrd="0" presId="urn:microsoft.com/office/officeart/2005/8/layout/lProcess2"/>
    <dgm:cxn modelId="{4265EEA3-C837-4CD5-8A1D-596D67F23261}" type="presParOf" srcId="{F577F75D-F5D8-4966-A3C2-1B834E084ACB}" destId="{F9DA2B9F-8FB8-4F39-84A5-6044498C54EB}" srcOrd="1" destOrd="0" presId="urn:microsoft.com/office/officeart/2005/8/layout/lProcess2"/>
    <dgm:cxn modelId="{FD211653-18EF-4634-94CD-236DCCFB3E26}" type="presParOf" srcId="{F577F75D-F5D8-4966-A3C2-1B834E084ACB}" destId="{93C35BB5-A936-416E-BA24-E52DCCEBD5DF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247B85-4DB7-43C0-830B-B9CE9D623034}">
      <dsp:nvSpPr>
        <dsp:cNvPr id="0" name=""/>
        <dsp:cNvSpPr/>
      </dsp:nvSpPr>
      <dsp:spPr>
        <a:xfrm>
          <a:off x="0" y="0"/>
          <a:ext cx="3389039" cy="6324600"/>
        </a:xfrm>
        <a:prstGeom prst="roundRect">
          <a:avLst>
            <a:gd name="adj" fmla="val 10000"/>
          </a:avLst>
        </a:prstGeom>
        <a:solidFill>
          <a:srgbClr val="FEE6C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600" kern="1200" dirty="0">
              <a:solidFill>
                <a:schemeClr val="tx1">
                  <a:lumMod val="75000"/>
                  <a:lumOff val="25000"/>
                </a:schemeClr>
              </a:solidFill>
              <a:latin typeface="Gmarket Sans Medium" panose="020B0600000101010101" charset="-127"/>
              <a:ea typeface="Gmarket Sans Medium" panose="020B0600000101010101" charset="-127"/>
            </a:rPr>
            <a:t>PM </a:t>
          </a:r>
          <a:r>
            <a:rPr lang="ko-KR" altLang="en-US" sz="3600" kern="1200" dirty="0" err="1">
              <a:solidFill>
                <a:schemeClr val="tx1">
                  <a:lumMod val="75000"/>
                  <a:lumOff val="25000"/>
                </a:schemeClr>
              </a:solidFill>
              <a:latin typeface="Gmarket Sans Medium" panose="020B0600000101010101" charset="-127"/>
              <a:ea typeface="Gmarket Sans Medium" panose="020B0600000101010101" charset="-127"/>
            </a:rPr>
            <a:t>김</a:t>
          </a:r>
          <a:r>
            <a:rPr lang="ko-KR" sz="3600" b="0" i="0" u="none" strike="noStrike" kern="1200" dirty="0" err="1">
              <a:solidFill>
                <a:schemeClr val="tx1">
                  <a:lumMod val="65000"/>
                  <a:lumOff val="35000"/>
                </a:schemeClr>
              </a:solidFill>
              <a:latin typeface="Gmarket Sans Medium" panose="020B0600000101010101" charset="-127"/>
              <a:ea typeface="Gmarket Sans Medium" panose="020B0600000101010101" charset="-127"/>
            </a:rPr>
            <a:t>OO</a:t>
          </a:r>
          <a:endParaRPr lang="ko-KR" altLang="en-US" sz="3600" kern="1200" dirty="0">
            <a:solidFill>
              <a:schemeClr val="tx1">
                <a:lumMod val="75000"/>
                <a:lumOff val="25000"/>
              </a:schemeClr>
            </a:solidFill>
            <a:latin typeface="Gmarket Sans Medium" panose="020B0600000101010101" charset="-127"/>
            <a:ea typeface="Gmarket Sans Medium" panose="020B0600000101010101" charset="-127"/>
          </a:endParaRPr>
        </a:p>
      </dsp:txBody>
      <dsp:txXfrm>
        <a:off x="0" y="0"/>
        <a:ext cx="3389039" cy="1897380"/>
      </dsp:txXfrm>
    </dsp:sp>
    <dsp:sp modelId="{AB75F9CF-9731-47F1-9A66-067BA843A362}">
      <dsp:nvSpPr>
        <dsp:cNvPr id="0" name=""/>
        <dsp:cNvSpPr/>
      </dsp:nvSpPr>
      <dsp:spPr>
        <a:xfrm>
          <a:off x="342357" y="1899232"/>
          <a:ext cx="2711231" cy="1906953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chemeClr val="accent6"/>
          </a:solidFill>
          <a:prstDash val="solid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u="none" strike="noStrike" kern="1200" spc="0" dirty="0">
              <a:latin typeface="Gmarket Sans Medium" panose="020B0600000101010101" charset="-127"/>
              <a:ea typeface="Gmarket Sans Medium" panose="020B0600000101010101" charset="-127"/>
            </a:rPr>
            <a:t>*******</a:t>
          </a:r>
          <a:br>
            <a:rPr lang="en-US" sz="1600" b="0" i="0" u="none" strike="noStrike" kern="1200" spc="0" dirty="0">
              <a:latin typeface="Gmarket Sans Medium" panose="020B0600000101010101" charset="-127"/>
              <a:ea typeface="Gmarket Sans Medium" panose="020B0600000101010101" charset="-127"/>
            </a:rPr>
          </a:br>
          <a:r>
            <a:rPr lang="en-US" sz="1600" b="0" i="0" u="none" strike="noStrike" kern="1200" spc="0" dirty="0">
              <a:latin typeface="Gmarket Sans Medium" panose="020B0600000101010101" charset="-127"/>
              <a:ea typeface="Gmarket Sans Medium" panose="020B0600000101010101" charset="-127"/>
            </a:rPr>
            <a:t>***@naver.com</a:t>
          </a:r>
          <a:endParaRPr lang="ko-KR" altLang="en-US" sz="1600" kern="1200" spc="0" dirty="0">
            <a:latin typeface="Gmarket Sans Medium" panose="020B0600000101010101" charset="-127"/>
            <a:ea typeface="Gmarket Sans Medium" panose="020B0600000101010101" charset="-127"/>
          </a:endParaRPr>
        </a:p>
      </dsp:txBody>
      <dsp:txXfrm>
        <a:off x="398210" y="1955085"/>
        <a:ext cx="2599525" cy="1795247"/>
      </dsp:txXfrm>
    </dsp:sp>
    <dsp:sp modelId="{2391FA82-D6BE-414D-BB04-151B47BD859D}">
      <dsp:nvSpPr>
        <dsp:cNvPr id="0" name=""/>
        <dsp:cNvSpPr/>
      </dsp:nvSpPr>
      <dsp:spPr>
        <a:xfrm>
          <a:off x="342357" y="4099563"/>
          <a:ext cx="2711231" cy="1906953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chemeClr val="accent6"/>
          </a:solidFill>
          <a:prstDash val="solid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600" kern="1200" dirty="0">
              <a:latin typeface="Gmarket Sans Medium" panose="020B0600000101010101" charset="-127"/>
              <a:ea typeface="Gmarket Sans Medium" panose="020B0600000101010101" charset="-127"/>
            </a:rPr>
            <a:t>업무 분담</a:t>
          </a:r>
          <a:br>
            <a:rPr lang="en-US" altLang="ko-KR" sz="1600" kern="1200" dirty="0">
              <a:latin typeface="Gmarket Sans Medium" panose="020B0600000101010101" charset="-127"/>
              <a:ea typeface="Gmarket Sans Medium" panose="020B0600000101010101" charset="-127"/>
            </a:rPr>
          </a:br>
          <a:r>
            <a:rPr lang="ko-KR" altLang="en-US" sz="1600" kern="1200" dirty="0">
              <a:latin typeface="Gmarket Sans Medium" panose="020B0600000101010101" charset="-127"/>
              <a:ea typeface="Gmarket Sans Medium" panose="020B0600000101010101" charset="-127"/>
            </a:rPr>
            <a:t>일정 관리</a:t>
          </a:r>
          <a:br>
            <a:rPr lang="en-US" altLang="ko-KR" sz="1600" kern="1200" dirty="0">
              <a:latin typeface="Gmarket Sans Medium" panose="020B0600000101010101" charset="-127"/>
              <a:ea typeface="Gmarket Sans Medium" panose="020B0600000101010101" charset="-127"/>
            </a:rPr>
          </a:br>
          <a:r>
            <a:rPr lang="ko-KR" altLang="en-US" sz="1600" kern="1200" dirty="0">
              <a:latin typeface="Gmarket Sans Medium" panose="020B0600000101010101" charset="-127"/>
              <a:ea typeface="Gmarket Sans Medium" panose="020B0600000101010101" charset="-127"/>
            </a:rPr>
            <a:t>하드웨어 설계</a:t>
          </a:r>
        </a:p>
      </dsp:txBody>
      <dsp:txXfrm>
        <a:off x="398210" y="4155416"/>
        <a:ext cx="2599525" cy="1795247"/>
      </dsp:txXfrm>
    </dsp:sp>
    <dsp:sp modelId="{3BB0184B-2EAD-431A-9B75-3231AF407D72}">
      <dsp:nvSpPr>
        <dsp:cNvPr id="0" name=""/>
        <dsp:cNvSpPr/>
      </dsp:nvSpPr>
      <dsp:spPr>
        <a:xfrm>
          <a:off x="3646671" y="0"/>
          <a:ext cx="3389039" cy="6324600"/>
        </a:xfrm>
        <a:prstGeom prst="roundRect">
          <a:avLst>
            <a:gd name="adj" fmla="val 10000"/>
          </a:avLst>
        </a:prstGeom>
        <a:solidFill>
          <a:srgbClr val="FEE6C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600" kern="1200" dirty="0">
              <a:solidFill>
                <a:schemeClr val="tx1">
                  <a:lumMod val="75000"/>
                  <a:lumOff val="25000"/>
                </a:schemeClr>
              </a:solidFill>
              <a:latin typeface="Gmarket Sans Medium" panose="020B0600000101010101" charset="-127"/>
              <a:ea typeface="Gmarket Sans Medium" panose="020B0600000101010101" charset="-127"/>
            </a:rPr>
            <a:t>CM </a:t>
          </a:r>
          <a:r>
            <a:rPr lang="ko-KR" altLang="en-US" sz="3600" kern="1200" dirty="0" err="1">
              <a:solidFill>
                <a:schemeClr val="tx1">
                  <a:lumMod val="75000"/>
                  <a:lumOff val="25000"/>
                </a:schemeClr>
              </a:solidFill>
              <a:latin typeface="Gmarket Sans Medium" panose="020B0600000101010101" charset="-127"/>
              <a:ea typeface="Gmarket Sans Medium" panose="020B0600000101010101" charset="-127"/>
            </a:rPr>
            <a:t>서</a:t>
          </a:r>
          <a:r>
            <a:rPr lang="ko-KR" sz="3600" b="0" i="0" u="none" strike="noStrike" kern="1200" dirty="0" err="1">
              <a:solidFill>
                <a:schemeClr val="tx1">
                  <a:lumMod val="65000"/>
                  <a:lumOff val="35000"/>
                </a:schemeClr>
              </a:solidFill>
              <a:latin typeface="Gmarket Sans Medium" panose="020B0600000101010101" charset="-127"/>
              <a:ea typeface="Gmarket Sans Medium" panose="020B0600000101010101" charset="-127"/>
            </a:rPr>
            <a:t>OO</a:t>
          </a:r>
          <a:endParaRPr lang="ko-KR" altLang="en-US" sz="3600" kern="1200" dirty="0">
            <a:solidFill>
              <a:schemeClr val="tx1">
                <a:lumMod val="75000"/>
                <a:lumOff val="25000"/>
              </a:schemeClr>
            </a:solidFill>
            <a:latin typeface="Gmarket Sans Medium" panose="020B0600000101010101" charset="-127"/>
            <a:ea typeface="Gmarket Sans Medium" panose="020B0600000101010101" charset="-127"/>
          </a:endParaRPr>
        </a:p>
      </dsp:txBody>
      <dsp:txXfrm>
        <a:off x="3646671" y="0"/>
        <a:ext cx="3389039" cy="1897380"/>
      </dsp:txXfrm>
    </dsp:sp>
    <dsp:sp modelId="{8FFECAFA-F0FC-40F3-97B7-43370271BC4C}">
      <dsp:nvSpPr>
        <dsp:cNvPr id="0" name=""/>
        <dsp:cNvSpPr/>
      </dsp:nvSpPr>
      <dsp:spPr>
        <a:xfrm>
          <a:off x="3985575" y="1899232"/>
          <a:ext cx="2711231" cy="1906953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chemeClr val="accent6"/>
          </a:solidFill>
          <a:prstDash val="solid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u="none" strike="noStrike" kern="1200" spc="0" dirty="0">
              <a:latin typeface="Gmarket Sans Medium" panose="020B0600000101010101" charset="-127"/>
              <a:ea typeface="Gmarket Sans Medium" panose="020B0600000101010101" charset="-127"/>
            </a:rPr>
            <a:t>*******</a:t>
          </a:r>
          <a:br>
            <a:rPr lang="en-US" sz="1600" b="0" i="0" u="none" strike="noStrike" kern="1200" spc="0" dirty="0">
              <a:latin typeface="Gmarket Sans Medium" panose="020B0600000101010101" charset="-127"/>
              <a:ea typeface="Gmarket Sans Medium" panose="020B0600000101010101" charset="-127"/>
            </a:rPr>
          </a:br>
          <a:r>
            <a:rPr lang="en-US" sz="1600" b="0" i="0" u="none" strike="noStrike" kern="1200" spc="0" dirty="0">
              <a:latin typeface="Gmarket Sans Medium" panose="020B0600000101010101" charset="-127"/>
              <a:ea typeface="Gmarket Sans Medium" panose="020B0600000101010101" charset="-127"/>
            </a:rPr>
            <a:t>***@naver.com </a:t>
          </a:r>
          <a:endParaRPr lang="ko-KR" altLang="en-US" sz="1600" kern="1200" spc="0" dirty="0">
            <a:latin typeface="Gmarket Sans Medium" panose="020B0600000101010101" charset="-127"/>
            <a:ea typeface="Gmarket Sans Medium" panose="020B0600000101010101" charset="-127"/>
          </a:endParaRPr>
        </a:p>
      </dsp:txBody>
      <dsp:txXfrm>
        <a:off x="4041428" y="1955085"/>
        <a:ext cx="2599525" cy="1795247"/>
      </dsp:txXfrm>
    </dsp:sp>
    <dsp:sp modelId="{1501E50B-FB9F-4E88-BE79-A75112DC3ABE}">
      <dsp:nvSpPr>
        <dsp:cNvPr id="0" name=""/>
        <dsp:cNvSpPr/>
      </dsp:nvSpPr>
      <dsp:spPr>
        <a:xfrm>
          <a:off x="3985575" y="4099563"/>
          <a:ext cx="2711231" cy="1906953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chemeClr val="accent6"/>
          </a:solidFill>
          <a:prstDash val="solid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600" kern="1200" dirty="0">
              <a:latin typeface="Gmarket Sans Medium" panose="020B0600000101010101" charset="-127"/>
              <a:ea typeface="Gmarket Sans Medium" panose="020B0600000101010101" charset="-127"/>
            </a:rPr>
            <a:t>회의록 작성</a:t>
          </a:r>
          <a:br>
            <a:rPr lang="en-US" altLang="ko-KR" sz="1600" kern="1200" dirty="0">
              <a:latin typeface="Gmarket Sans Medium" panose="020B0600000101010101" charset="-127"/>
              <a:ea typeface="Gmarket Sans Medium" panose="020B0600000101010101" charset="-127"/>
            </a:rPr>
          </a:br>
          <a:r>
            <a:rPr lang="ko-KR" altLang="en-US" sz="1600" kern="1200" dirty="0">
              <a:latin typeface="Gmarket Sans Medium" panose="020B0600000101010101" charset="-127"/>
              <a:ea typeface="Gmarket Sans Medium" panose="020B0600000101010101" charset="-127"/>
            </a:rPr>
            <a:t>형상 관리</a:t>
          </a:r>
          <a:br>
            <a:rPr lang="en-US" altLang="ko-KR" sz="1600" kern="1200" dirty="0">
              <a:latin typeface="Gmarket Sans Medium" panose="020B0600000101010101" charset="-127"/>
              <a:ea typeface="Gmarket Sans Medium" panose="020B0600000101010101" charset="-127"/>
            </a:rPr>
          </a:br>
          <a:r>
            <a:rPr lang="ko-KR" altLang="en-US" sz="1600" kern="1200" dirty="0">
              <a:latin typeface="Gmarket Sans Medium" panose="020B0600000101010101" charset="-127"/>
              <a:ea typeface="Gmarket Sans Medium" panose="020B0600000101010101" charset="-127"/>
            </a:rPr>
            <a:t>하드웨어 설계</a:t>
          </a:r>
        </a:p>
      </dsp:txBody>
      <dsp:txXfrm>
        <a:off x="4041428" y="4155416"/>
        <a:ext cx="2599525" cy="1795247"/>
      </dsp:txXfrm>
    </dsp:sp>
    <dsp:sp modelId="{E1AA2172-C18A-473E-ABFA-273FE3E2703B}">
      <dsp:nvSpPr>
        <dsp:cNvPr id="0" name=""/>
        <dsp:cNvSpPr/>
      </dsp:nvSpPr>
      <dsp:spPr>
        <a:xfrm>
          <a:off x="7289888" y="0"/>
          <a:ext cx="3389039" cy="6324600"/>
        </a:xfrm>
        <a:prstGeom prst="roundRect">
          <a:avLst>
            <a:gd name="adj" fmla="val 10000"/>
          </a:avLst>
        </a:prstGeom>
        <a:solidFill>
          <a:srgbClr val="FEE6C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600" kern="1200" dirty="0">
              <a:solidFill>
                <a:schemeClr val="tx1">
                  <a:lumMod val="75000"/>
                  <a:lumOff val="25000"/>
                </a:schemeClr>
              </a:solidFill>
              <a:latin typeface="Gmarket Sans Medium" panose="020B0600000101010101" charset="-127"/>
              <a:ea typeface="Gmarket Sans Medium" panose="020B0600000101010101" charset="-127"/>
            </a:rPr>
            <a:t>QA </a:t>
          </a:r>
          <a:r>
            <a:rPr lang="ko-KR" altLang="en-US" sz="3600" kern="1200" dirty="0" err="1">
              <a:solidFill>
                <a:schemeClr val="tx1">
                  <a:lumMod val="75000"/>
                  <a:lumOff val="25000"/>
                </a:schemeClr>
              </a:solidFill>
              <a:latin typeface="Gmarket Sans Medium" panose="020B0600000101010101" charset="-127"/>
              <a:ea typeface="Gmarket Sans Medium" panose="020B0600000101010101" charset="-127"/>
            </a:rPr>
            <a:t>김</a:t>
          </a:r>
          <a:r>
            <a:rPr lang="ko-KR" sz="3600" b="0" i="0" u="none" strike="noStrike" kern="1200" dirty="0" err="1">
              <a:solidFill>
                <a:schemeClr val="tx1">
                  <a:lumMod val="65000"/>
                  <a:lumOff val="35000"/>
                </a:schemeClr>
              </a:solidFill>
              <a:latin typeface="Gmarket Sans Medium" panose="020B0600000101010101" charset="-127"/>
              <a:ea typeface="Gmarket Sans Medium" panose="020B0600000101010101" charset="-127"/>
            </a:rPr>
            <a:t>OO</a:t>
          </a:r>
          <a:endParaRPr lang="ko-KR" altLang="en-US" sz="3600" kern="1200" dirty="0">
            <a:solidFill>
              <a:schemeClr val="tx1">
                <a:lumMod val="75000"/>
                <a:lumOff val="25000"/>
              </a:schemeClr>
            </a:solidFill>
            <a:latin typeface="Gmarket Sans Medium" panose="020B0600000101010101" charset="-127"/>
            <a:ea typeface="Gmarket Sans Medium" panose="020B0600000101010101" charset="-127"/>
          </a:endParaRPr>
        </a:p>
      </dsp:txBody>
      <dsp:txXfrm>
        <a:off x="7289888" y="0"/>
        <a:ext cx="3389039" cy="1897380"/>
      </dsp:txXfrm>
    </dsp:sp>
    <dsp:sp modelId="{5B2ED161-D83C-4D39-AC79-094571FAB079}">
      <dsp:nvSpPr>
        <dsp:cNvPr id="0" name=""/>
        <dsp:cNvSpPr/>
      </dsp:nvSpPr>
      <dsp:spPr>
        <a:xfrm>
          <a:off x="7628792" y="1899232"/>
          <a:ext cx="2711231" cy="1906953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chemeClr val="accent6"/>
          </a:solidFill>
          <a:prstDash val="solid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600" kern="1200" spc="0" dirty="0">
              <a:latin typeface="Gmarket Sans Medium" panose="020B0600000101010101" charset="-127"/>
              <a:ea typeface="Gmarket Sans Medium" panose="020B0600000101010101" charset="-127"/>
            </a:rPr>
            <a:t>*******</a:t>
          </a:r>
          <a:br>
            <a:rPr lang="en-US" altLang="ko-KR" sz="1600" kern="1200" spc="0" dirty="0">
              <a:latin typeface="Gmarket Sans Medium" panose="020B0600000101010101" charset="-127"/>
              <a:ea typeface="Gmarket Sans Medium" panose="020B0600000101010101" charset="-127"/>
            </a:rPr>
          </a:br>
          <a:r>
            <a:rPr lang="en-US" altLang="ko-KR" sz="1600" kern="1200" spc="0" dirty="0">
              <a:latin typeface="Gmarket Sans Medium" panose="020B0600000101010101" charset="-127"/>
              <a:ea typeface="Gmarket Sans Medium" panose="020B0600000101010101" charset="-127"/>
            </a:rPr>
            <a:t>***@naver.com</a:t>
          </a:r>
          <a:endParaRPr lang="ko-KR" altLang="en-US" sz="1600" kern="1200" spc="0" dirty="0">
            <a:latin typeface="Gmarket Sans Medium" panose="020B0600000101010101" charset="-127"/>
            <a:ea typeface="Gmarket Sans Medium" panose="020B0600000101010101" charset="-127"/>
          </a:endParaRPr>
        </a:p>
      </dsp:txBody>
      <dsp:txXfrm>
        <a:off x="7684645" y="1955085"/>
        <a:ext cx="2599525" cy="1795247"/>
      </dsp:txXfrm>
    </dsp:sp>
    <dsp:sp modelId="{C976E027-68A8-455B-BA6A-096082E1B467}">
      <dsp:nvSpPr>
        <dsp:cNvPr id="0" name=""/>
        <dsp:cNvSpPr/>
      </dsp:nvSpPr>
      <dsp:spPr>
        <a:xfrm>
          <a:off x="7628792" y="4099563"/>
          <a:ext cx="2711231" cy="1906953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chemeClr val="accent6"/>
          </a:solidFill>
          <a:prstDash val="solid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600" kern="1200" dirty="0">
              <a:latin typeface="Gmarket Sans Medium" panose="020B0600000101010101" charset="-127"/>
              <a:ea typeface="Gmarket Sans Medium" panose="020B0600000101010101" charset="-127"/>
            </a:rPr>
            <a:t>애플리케이션 시험</a:t>
          </a:r>
          <a:br>
            <a:rPr lang="en-US" altLang="ko-KR" sz="1600" kern="1200" dirty="0">
              <a:latin typeface="Gmarket Sans Medium" panose="020B0600000101010101" charset="-127"/>
              <a:ea typeface="Gmarket Sans Medium" panose="020B0600000101010101" charset="-127"/>
            </a:rPr>
          </a:br>
          <a:r>
            <a:rPr lang="ko-KR" altLang="en-US" sz="1600" kern="1200" dirty="0">
              <a:latin typeface="Gmarket Sans Medium" panose="020B0600000101010101" charset="-127"/>
              <a:ea typeface="Gmarket Sans Medium" panose="020B0600000101010101" charset="-127"/>
            </a:rPr>
            <a:t>소프트웨어 설계</a:t>
          </a:r>
          <a:br>
            <a:rPr lang="en-US" altLang="ko-KR" sz="1600" kern="1200" dirty="0">
              <a:latin typeface="Gmarket Sans Medium" panose="020B0600000101010101" charset="-127"/>
              <a:ea typeface="Gmarket Sans Medium" panose="020B0600000101010101" charset="-127"/>
            </a:rPr>
          </a:br>
          <a:r>
            <a:rPr lang="en-US" altLang="ko-KR" sz="1600" kern="1200" dirty="0">
              <a:latin typeface="Gmarket Sans Medium" panose="020B0600000101010101" charset="-127"/>
              <a:ea typeface="Gmarket Sans Medium" panose="020B0600000101010101" charset="-127"/>
            </a:rPr>
            <a:t>Firebase DB </a:t>
          </a:r>
          <a:r>
            <a:rPr lang="ko-KR" altLang="en-US" sz="1600" kern="1200" dirty="0">
              <a:latin typeface="Gmarket Sans Medium" panose="020B0600000101010101" charset="-127"/>
              <a:ea typeface="Gmarket Sans Medium" panose="020B0600000101010101" charset="-127"/>
            </a:rPr>
            <a:t>구축</a:t>
          </a:r>
          <a:endParaRPr lang="en-US" altLang="ko-KR" sz="1600" kern="1200" dirty="0">
            <a:latin typeface="Gmarket Sans Medium" panose="020B0600000101010101" charset="-127"/>
            <a:ea typeface="Gmarket Sans Medium" panose="020B0600000101010101" charset="-127"/>
          </a:endParaRPr>
        </a:p>
      </dsp:txBody>
      <dsp:txXfrm>
        <a:off x="7684645" y="4155416"/>
        <a:ext cx="2599525" cy="1795247"/>
      </dsp:txXfrm>
    </dsp:sp>
    <dsp:sp modelId="{08DBD104-9127-400B-BF4C-0D288E9532DB}">
      <dsp:nvSpPr>
        <dsp:cNvPr id="0" name=""/>
        <dsp:cNvSpPr/>
      </dsp:nvSpPr>
      <dsp:spPr>
        <a:xfrm>
          <a:off x="10923278" y="0"/>
          <a:ext cx="3389039" cy="6324600"/>
        </a:xfrm>
        <a:prstGeom prst="roundRect">
          <a:avLst>
            <a:gd name="adj" fmla="val 10000"/>
          </a:avLst>
        </a:prstGeom>
        <a:solidFill>
          <a:srgbClr val="FEE6C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600" kern="1200" dirty="0">
              <a:solidFill>
                <a:schemeClr val="tx1">
                  <a:lumMod val="75000"/>
                  <a:lumOff val="25000"/>
                </a:schemeClr>
              </a:solidFill>
              <a:latin typeface="Gmarket Sans Medium" panose="020B0600000101010101" charset="-127"/>
              <a:ea typeface="Gmarket Sans Medium" panose="020B0600000101010101" charset="-127"/>
            </a:rPr>
            <a:t>ENG </a:t>
          </a:r>
          <a:r>
            <a:rPr lang="ko-KR" altLang="en-US" sz="3600" kern="1200" dirty="0">
              <a:solidFill>
                <a:schemeClr val="tx1">
                  <a:lumMod val="75000"/>
                  <a:lumOff val="25000"/>
                </a:schemeClr>
              </a:solidFill>
              <a:latin typeface="Gmarket Sans Medium" panose="020B0600000101010101" charset="-127"/>
              <a:ea typeface="Gmarket Sans Medium" panose="020B0600000101010101" charset="-127"/>
            </a:rPr>
            <a:t>김태경</a:t>
          </a:r>
        </a:p>
      </dsp:txBody>
      <dsp:txXfrm>
        <a:off x="10923278" y="0"/>
        <a:ext cx="3389039" cy="1897380"/>
      </dsp:txXfrm>
    </dsp:sp>
    <dsp:sp modelId="{05D51B97-F0A7-40C3-8DEC-C29E110A2385}">
      <dsp:nvSpPr>
        <dsp:cNvPr id="0" name=""/>
        <dsp:cNvSpPr/>
      </dsp:nvSpPr>
      <dsp:spPr>
        <a:xfrm>
          <a:off x="11272010" y="1899232"/>
          <a:ext cx="2711231" cy="1906953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chemeClr val="accent6"/>
          </a:solidFill>
          <a:prstDash val="solid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u="none" strike="noStrike" kern="1200" spc="0" dirty="0">
              <a:latin typeface="Gmarket Sans Medium" panose="020B0600000101010101" charset="-127"/>
              <a:ea typeface="Gmarket Sans Medium" panose="020B0600000101010101" charset="-127"/>
            </a:rPr>
            <a:t>*******</a:t>
          </a:r>
          <a:br>
            <a:rPr lang="en-US" sz="1600" b="0" i="0" u="none" strike="noStrike" kern="1200" spc="0" dirty="0">
              <a:latin typeface="Gmarket Sans Medium" panose="020B0600000101010101" charset="-127"/>
              <a:ea typeface="Gmarket Sans Medium" panose="020B0600000101010101" charset="-127"/>
            </a:rPr>
          </a:br>
          <a:r>
            <a:rPr lang="en-US" sz="1600" b="0" i="0" u="none" strike="noStrike" kern="1200" spc="0" dirty="0">
              <a:latin typeface="Gmarket Sans Medium" panose="020B0600000101010101" charset="-127"/>
              <a:ea typeface="Gmarket Sans Medium" panose="020B0600000101010101" charset="-127"/>
            </a:rPr>
            <a:t>***@naver.com</a:t>
          </a:r>
          <a:endParaRPr lang="ko-KR" altLang="en-US" sz="1600" kern="1200" spc="0" dirty="0">
            <a:latin typeface="Gmarket Sans Medium" panose="020B0600000101010101" charset="-127"/>
            <a:ea typeface="Gmarket Sans Medium" panose="020B0600000101010101" charset="-127"/>
          </a:endParaRPr>
        </a:p>
      </dsp:txBody>
      <dsp:txXfrm>
        <a:off x="11327863" y="1955085"/>
        <a:ext cx="2599525" cy="1795247"/>
      </dsp:txXfrm>
    </dsp:sp>
    <dsp:sp modelId="{93C35BB5-A936-416E-BA24-E52DCCEBD5DF}">
      <dsp:nvSpPr>
        <dsp:cNvPr id="0" name=""/>
        <dsp:cNvSpPr/>
      </dsp:nvSpPr>
      <dsp:spPr>
        <a:xfrm>
          <a:off x="11272010" y="4099563"/>
          <a:ext cx="2711231" cy="1906953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chemeClr val="accent6"/>
          </a:solidFill>
          <a:prstDash val="solid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600" kern="1200" dirty="0">
              <a:latin typeface="Gmarket Sans Medium" panose="020B0600000101010101" charset="-127"/>
              <a:ea typeface="Gmarket Sans Medium" panose="020B0600000101010101" charset="-127"/>
            </a:rPr>
            <a:t>소스코드 관리</a:t>
          </a:r>
          <a:br>
            <a:rPr lang="en-US" altLang="ko-KR" sz="1600" kern="1200" dirty="0">
              <a:latin typeface="Gmarket Sans Medium" panose="020B0600000101010101" charset="-127"/>
              <a:ea typeface="Gmarket Sans Medium" panose="020B0600000101010101" charset="-127"/>
            </a:rPr>
          </a:br>
          <a:r>
            <a:rPr lang="ko-KR" altLang="en-US" sz="1600" kern="1200" dirty="0">
              <a:latin typeface="Gmarket Sans Medium" panose="020B0600000101010101" charset="-127"/>
              <a:ea typeface="Gmarket Sans Medium" panose="020B0600000101010101" charset="-127"/>
            </a:rPr>
            <a:t>소프트웨어 설계</a:t>
          </a:r>
          <a:br>
            <a:rPr lang="en-US" altLang="ko-KR" sz="1600" kern="1200" dirty="0">
              <a:latin typeface="Gmarket Sans Medium" panose="020B0600000101010101" charset="-127"/>
              <a:ea typeface="Gmarket Sans Medium" panose="020B0600000101010101" charset="-127"/>
            </a:rPr>
          </a:br>
          <a:r>
            <a:rPr lang="en-US" altLang="ko-KR" sz="1600" kern="1200" dirty="0">
              <a:latin typeface="Gmarket Sans Medium" panose="020B0600000101010101" charset="-127"/>
              <a:ea typeface="Gmarket Sans Medium" panose="020B0600000101010101" charset="-127"/>
            </a:rPr>
            <a:t>Firebase DB </a:t>
          </a:r>
          <a:r>
            <a:rPr lang="ko-KR" altLang="en-US" sz="1600" kern="1200" dirty="0">
              <a:latin typeface="Gmarket Sans Medium" panose="020B0600000101010101" charset="-127"/>
              <a:ea typeface="Gmarket Sans Medium" panose="020B0600000101010101" charset="-127"/>
            </a:rPr>
            <a:t>구축</a:t>
          </a:r>
        </a:p>
      </dsp:txBody>
      <dsp:txXfrm>
        <a:off x="11327863" y="4155416"/>
        <a:ext cx="2599525" cy="17952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8645A5-BA76-454E-8D6D-3452D96044CF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2EEA45-6383-4D1C-95FF-C095575D7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4731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EEA45-6383-4D1C-95FF-C095575D723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6158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EEA45-6383-4D1C-95FF-C095575D7237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78952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EEA45-6383-4D1C-95FF-C095575D7237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2237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EEA45-6383-4D1C-95FF-C095575D7237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1636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6928B-5518-4D6D-92AA-369B75EFF41E}" type="datetime1">
              <a:rPr lang="en-US" altLang="ko-KR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04FEB-3C50-4836-BDA4-6561EFD99AED}" type="datetime1">
              <a:rPr lang="en-US" altLang="ko-KR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6B4D8-0AA8-4946-941A-263F81711E62}" type="datetime1">
              <a:rPr lang="en-US" altLang="ko-KR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631B7-06F1-46C8-ABA4-90719F3C2FC9}" type="datetime1">
              <a:rPr lang="en-US" altLang="ko-KR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4BB06-D186-4FEA-B6BB-BECDFE3FCD8B}" type="datetime1">
              <a:rPr lang="en-US" altLang="ko-KR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B68FA-7B3C-424F-941F-BF13D4AE7E64}" type="datetime1">
              <a:rPr lang="en-US" altLang="ko-KR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1A2C3-07AB-4F47-8B2A-7A1A321AF97F}" type="datetime1">
              <a:rPr lang="en-US" altLang="ko-KR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7297400" y="190500"/>
            <a:ext cx="838200" cy="685800"/>
          </a:xfrm>
        </p:spPr>
        <p:txBody>
          <a:bodyPr/>
          <a:lstStyle>
            <a:lvl1pPr algn="ctr">
              <a:defRPr sz="2400">
                <a:solidFill>
                  <a:srgbClr val="FD9F28"/>
                </a:solidFill>
                <a:latin typeface="Gmarket Sans Medium" panose="020B0600000101010101" charset="-127"/>
                <a:ea typeface="Gmarket Sans Medium" panose="020B0600000101010101" charset="-127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6D4A8-750D-4E22-892E-2C9B3AB6701D}" type="datetime1">
              <a:rPr lang="en-US" altLang="ko-KR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8D44E-225A-4202-8A22-6364F1D61FCD}" type="datetime1">
              <a:rPr lang="en-US" altLang="ko-KR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41A35-8353-415C-AB7C-95EBBA848698}" type="datetime1">
              <a:rPr lang="en-US" altLang="ko-KR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46BF-0D0B-40DB-92D5-B93686223C06}" type="datetime1">
              <a:rPr lang="en-US" altLang="ko-KR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B621CD-DDF6-4CD0-9976-30A9444BD4FE}" type="datetime1">
              <a:rPr lang="en-US" altLang="ko-KR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3" Type="http://schemas.openxmlformats.org/officeDocument/2006/relationships/image" Target="../media/image52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2" Type="http://schemas.openxmlformats.org/officeDocument/2006/relationships/image" Target="../media/image38.png"/><Relationship Id="rId16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58.png"/><Relationship Id="rId5" Type="http://schemas.openxmlformats.org/officeDocument/2006/relationships/image" Target="../media/image41.png"/><Relationship Id="rId15" Type="http://schemas.openxmlformats.org/officeDocument/2006/relationships/image" Target="../media/image62.png"/><Relationship Id="rId10" Type="http://schemas.openxmlformats.org/officeDocument/2006/relationships/image" Target="../media/image57.png"/><Relationship Id="rId4" Type="http://schemas.openxmlformats.org/officeDocument/2006/relationships/image" Target="../media/image53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4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17" Type="http://schemas.openxmlformats.org/officeDocument/2006/relationships/image" Target="../media/image78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5" Type="http://schemas.openxmlformats.org/officeDocument/2006/relationships/image" Target="../media/image7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Relationship Id="rId14" Type="http://schemas.openxmlformats.org/officeDocument/2006/relationships/image" Target="../media/image7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news.sbs.co.kr/news/endPage.do?news_id=N1004853237" TargetMode="Externa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EF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600" y="9753600"/>
            <a:ext cx="18491200" cy="533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28700" y="7175500"/>
            <a:ext cx="3378200" cy="2235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73400" y="4787900"/>
            <a:ext cx="2146300" cy="25908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384300" y="2311400"/>
            <a:ext cx="5397500" cy="160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9000" b="0" i="0" u="none" strike="noStrike" spc="400" dirty="0">
                <a:solidFill>
                  <a:srgbClr val="FD9F28"/>
                </a:solidFill>
                <a:latin typeface="Gmarket Sans Bold" panose="020B0600000101010101" charset="-127"/>
                <a:ea typeface="Gmarket Sans Bold" panose="020B0600000101010101" charset="-127"/>
              </a:rPr>
              <a:t>위치</a:t>
            </a:r>
            <a:r>
              <a:rPr lang="en-US" sz="9000" b="0" i="0" u="none" strike="noStrike" spc="400" dirty="0">
                <a:solidFill>
                  <a:srgbClr val="FD9F28"/>
                </a:solidFill>
                <a:latin typeface="Gmarket Sans Bold" panose="020B0600000101010101" charset="-127"/>
                <a:ea typeface="Gmarket Sans Bold" panose="020B0600000101010101" charset="-127"/>
              </a:rPr>
              <a:t> </a:t>
            </a:r>
            <a:r>
              <a:rPr lang="ko-KR" sz="9000" b="0" i="0" u="none" strike="noStrike" spc="400" dirty="0">
                <a:solidFill>
                  <a:srgbClr val="FD9F28"/>
                </a:solidFill>
                <a:latin typeface="Gmarket Sans Bold" panose="020B0600000101010101" charset="-127"/>
                <a:ea typeface="Gmarket Sans Bold" panose="020B0600000101010101" charset="-127"/>
                <a:cs typeface="ADLaM Display" panose="02010000000000000000" pitchFamily="2" charset="0"/>
              </a:rPr>
              <a:t>기반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84300" y="3721100"/>
            <a:ext cx="12865100" cy="1308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7400" b="0" i="0" u="none" strike="noStrike" dirty="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어린이</a:t>
            </a:r>
            <a:r>
              <a:rPr lang="en-US" sz="7400" b="0" i="0" u="none" strike="noStrike" dirty="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altLang="en-US" sz="7400" b="0" i="0" u="none" strike="noStrike" dirty="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하차 태그</a:t>
            </a:r>
            <a:r>
              <a:rPr lang="en-US" sz="7400" b="0" i="0" u="none" strike="noStrike" dirty="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sz="7400" b="0" i="0" u="none" strike="noStrike" dirty="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애플리케이션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8" name="TextBox 8"/>
          <p:cNvSpPr txBox="1"/>
          <p:nvPr/>
        </p:nvSpPr>
        <p:spPr>
          <a:xfrm>
            <a:off x="1507824" y="1944680"/>
            <a:ext cx="2689726" cy="41751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2000" b="0" i="0" u="none" strike="noStrike" dirty="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설계</a:t>
            </a:r>
            <a:r>
              <a:rPr lang="en-US" altLang="ko-KR" sz="2000" b="0" i="0" u="none" strike="noStrike" dirty="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sz="2000" b="0" i="0" u="none" strike="noStrike" dirty="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및</a:t>
            </a:r>
            <a:r>
              <a:rPr lang="en-US" altLang="ko-KR" sz="2000" b="0" i="0" u="none" strike="noStrike" dirty="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sz="2000" b="0" i="0" u="none" strike="noStrike" dirty="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프로젝트</a:t>
            </a:r>
            <a:r>
              <a:rPr lang="en-US" altLang="ko-KR" sz="2000" b="0" i="0" u="none" strike="noStrike" dirty="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sz="2000" b="0" i="0" u="none" strike="noStrike" dirty="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기본</a:t>
            </a:r>
            <a:r>
              <a:rPr lang="en-US" sz="2000" b="0" i="0" u="none" strike="noStrike" dirty="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II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01536" y="5346700"/>
            <a:ext cx="1878664" cy="33019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sz="1900" b="0" i="0" u="none" strike="noStrike" dirty="0" err="1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역설계</a:t>
            </a:r>
            <a:r>
              <a:rPr lang="en-US" sz="1900" b="0" i="0" u="none" strike="noStrike" dirty="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sz="1900" b="0" i="0" u="none" strike="noStrike" dirty="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최종발표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077636" y="5346700"/>
            <a:ext cx="292100" cy="33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900" b="0" i="0" u="none" strike="noStrike" dirty="0">
                <a:solidFill>
                  <a:srgbClr val="595959"/>
                </a:solidFill>
                <a:ea typeface="Gmarket Sans Medium"/>
              </a:rPr>
              <a:t>｜</a:t>
            </a:r>
          </a:p>
        </p:txBody>
      </p:sp>
      <p:sp>
        <p:nvSpPr>
          <p:cNvPr id="12" name="TextBox 20">
            <a:extLst>
              <a:ext uri="{FF2B5EF4-FFF2-40B4-BE49-F238E27FC236}">
                <a16:creationId xmlns:a16="http://schemas.microsoft.com/office/drawing/2014/main" id="{CAC4C82E-EB93-6A96-4C44-A3EFC49861FC}"/>
              </a:ext>
            </a:extLst>
          </p:cNvPr>
          <p:cNvSpPr txBox="1"/>
          <p:nvPr/>
        </p:nvSpPr>
        <p:spPr>
          <a:xfrm>
            <a:off x="177800" y="9315449"/>
            <a:ext cx="10642600" cy="330199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87980"/>
              </a:lnSpc>
            </a:pPr>
            <a:r>
              <a:rPr lang="en-US" sz="170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Gmarket Sans Medium" panose="020B0600000101010101" charset="-127"/>
                <a:ea typeface="Gmarket Sans Medium" panose="020B0600000101010101" charset="-127"/>
              </a:rPr>
              <a:t>Professor.  </a:t>
            </a:r>
            <a:r>
              <a:rPr lang="ko-KR" sz="1700" i="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market Sans Medium" panose="020B0600000101010101" charset="-127"/>
                <a:ea typeface="Gmarket Sans Medium" panose="020B0600000101010101" charset="-127"/>
              </a:rPr>
              <a:t>OOO</a:t>
            </a:r>
            <a:r>
              <a:rPr lang="en-US" sz="170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Gmarket Sans Medium" panose="020B0600000101010101" charset="-127"/>
                <a:ea typeface="Gmarket Sans Medium" panose="020B0600000101010101" charset="-127"/>
              </a:rPr>
              <a:t>, </a:t>
            </a:r>
            <a:r>
              <a:rPr lang="ko-KR" sz="170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Gmarket Sans Medium" panose="020B0600000101010101" charset="-127"/>
                <a:ea typeface="Gmarket Sans Medium" panose="020B0600000101010101" charset="-127"/>
              </a:rPr>
              <a:t>OOO</a:t>
            </a:r>
            <a:r>
              <a:rPr lang="en-US" sz="170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sz="170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Gmarket Sans Medium" panose="020B0600000101010101" charset="-127"/>
                <a:ea typeface="Gmarket Sans Medium" panose="020B0600000101010101" charset="-127"/>
              </a:rPr>
              <a:t>교수님</a:t>
            </a:r>
            <a:r>
              <a:rPr lang="en-US" sz="170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Gmarket Sans Medium" panose="020B0600000101010101" charset="-127"/>
                <a:ea typeface="Gmarket Sans Medium" panose="020B0600000101010101" charset="-127"/>
              </a:rPr>
              <a:t>   </a:t>
            </a:r>
            <a:r>
              <a:rPr lang="ko-KR" sz="1700" i="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market Sans Medium" panose="020B0600000101010101" charset="-127"/>
                <a:ea typeface="Gmarket Sans Medium" panose="020B0600000101010101" charset="-127"/>
              </a:rPr>
              <a:t>ㅣ</a:t>
            </a:r>
            <a:r>
              <a:rPr lang="en-US" sz="170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Gmarket Sans Medium" panose="020B0600000101010101" charset="-127"/>
                <a:ea typeface="Gmarket Sans Medium" panose="020B0600000101010101" charset="-127"/>
              </a:rPr>
              <a:t>   Date.  2024.09.24    </a:t>
            </a:r>
            <a:r>
              <a:rPr lang="ko-KR" sz="1700" i="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market Sans Medium" panose="020B0600000101010101" charset="-127"/>
                <a:ea typeface="Gmarket Sans Medium" panose="020B0600000101010101" charset="-127"/>
              </a:rPr>
              <a:t>ㅣ</a:t>
            </a:r>
            <a:r>
              <a:rPr lang="en-US" sz="170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Gmarket Sans Medium" panose="020B0600000101010101" charset="-127"/>
                <a:ea typeface="Gmarket Sans Medium" panose="020B0600000101010101" charset="-127"/>
              </a:rPr>
              <a:t>   PM </a:t>
            </a:r>
            <a:r>
              <a:rPr lang="ko-KR" sz="170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Gmarket Sans Medium" panose="020B0600000101010101" charset="-127"/>
                <a:ea typeface="Gmarket Sans Medium" panose="020B0600000101010101" charset="-127"/>
              </a:rPr>
              <a:t>OOO</a:t>
            </a:r>
            <a:r>
              <a:rPr lang="en-US" sz="170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Gmarket Sans Medium" panose="020B0600000101010101" charset="-127"/>
                <a:ea typeface="Gmarket Sans Medium" panose="020B0600000101010101" charset="-127"/>
              </a:rPr>
              <a:t>  </a:t>
            </a:r>
            <a:r>
              <a:rPr lang="ko-KR" sz="1700" i="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market Sans Medium" panose="020B0600000101010101" charset="-127"/>
                <a:ea typeface="Gmarket Sans Medium" panose="020B0600000101010101" charset="-127"/>
              </a:rPr>
              <a:t>ㅣ</a:t>
            </a:r>
            <a:r>
              <a:rPr lang="en-US" sz="170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Gmarket Sans Medium" panose="020B0600000101010101" charset="-127"/>
                <a:ea typeface="Gmarket Sans Medium" panose="020B0600000101010101" charset="-127"/>
              </a:rPr>
              <a:t>   Ver.1.0.0 </a:t>
            </a:r>
            <a:r>
              <a:rPr lang="ko-KR" sz="1700" i="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market Sans Medium" panose="020B0600000101010101" charset="-127"/>
                <a:ea typeface="Gmarket Sans Medium" panose="020B0600000101010101" charset="-127"/>
              </a:rPr>
              <a:t>ㅣ</a:t>
            </a:r>
            <a:r>
              <a:rPr lang="en-US" sz="170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Gmarket Sans Medium" panose="020B0600000101010101" charset="-127"/>
                <a:ea typeface="Gmarket Sans Medium" panose="020B0600000101010101" charset="-127"/>
              </a:rPr>
              <a:t>  </a:t>
            </a:r>
            <a:r>
              <a:rPr lang="ko-KR" sz="170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Gmarket Sans Medium" panose="020B0600000101010101" charset="-127"/>
                <a:ea typeface="Gmarket Sans Medium" panose="020B0600000101010101" charset="-127"/>
              </a:rPr>
              <a:t>제작</a:t>
            </a:r>
            <a:r>
              <a:rPr lang="en-US" sz="170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sz="170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Gmarket Sans Medium" panose="020B0600000101010101" charset="-127"/>
                <a:ea typeface="Gmarket Sans Medium" panose="020B0600000101010101" charset="-127"/>
              </a:rPr>
              <a:t>OOO</a:t>
            </a:r>
          </a:p>
        </p:txBody>
      </p:sp>
      <p:sp>
        <p:nvSpPr>
          <p:cNvPr id="13" name="TextBox 25">
            <a:extLst>
              <a:ext uri="{FF2B5EF4-FFF2-40B4-BE49-F238E27FC236}">
                <a16:creationId xmlns:a16="http://schemas.microsoft.com/office/drawing/2014/main" id="{36D1E069-12C3-7303-FFC8-B3615989F168}"/>
              </a:ext>
            </a:extLst>
          </p:cNvPr>
          <p:cNvSpPr txBox="1"/>
          <p:nvPr/>
        </p:nvSpPr>
        <p:spPr>
          <a:xfrm>
            <a:off x="203200" y="9928225"/>
            <a:ext cx="9080500" cy="3048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87980"/>
              </a:lnSpc>
            </a:pPr>
            <a:r>
              <a:rPr lang="en-US" sz="1700" i="0" u="none" strike="noStrike" dirty="0">
                <a:solidFill>
                  <a:schemeClr val="bg1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[2</a:t>
            </a:r>
            <a:r>
              <a:rPr lang="ko-KR" sz="1700" i="0" u="none" strike="noStrike" dirty="0">
                <a:solidFill>
                  <a:schemeClr val="bg1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조</a:t>
            </a:r>
            <a:r>
              <a:rPr lang="en-US" sz="1700" i="0" u="none" strike="noStrike" dirty="0">
                <a:solidFill>
                  <a:schemeClr val="bg1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]</a:t>
            </a:r>
            <a:r>
              <a:rPr lang="ko-KR" sz="1700" i="0" u="none" strike="noStrike" dirty="0" err="1">
                <a:solidFill>
                  <a:schemeClr val="bg1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역설계</a:t>
            </a:r>
            <a:r>
              <a:rPr lang="en-US" sz="1700" i="0" u="none" strike="noStrike" dirty="0">
                <a:solidFill>
                  <a:schemeClr val="bg1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_</a:t>
            </a:r>
            <a:r>
              <a:rPr lang="ko-KR" altLang="en-US" sz="1700" dirty="0">
                <a:solidFill>
                  <a:schemeClr val="bg1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최종</a:t>
            </a:r>
            <a:r>
              <a:rPr lang="ko-KR" sz="1700" i="0" u="none" strike="noStrike" dirty="0">
                <a:solidFill>
                  <a:schemeClr val="bg1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발표</a:t>
            </a:r>
            <a:r>
              <a:rPr lang="en-US" sz="1700" i="0" u="none" strike="noStrike" dirty="0">
                <a:solidFill>
                  <a:schemeClr val="bg1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_Ver.1.0.0.pptx</a:t>
            </a:r>
          </a:p>
        </p:txBody>
      </p:sp>
      <p:sp>
        <p:nvSpPr>
          <p:cNvPr id="15" name="TextBox 23">
            <a:extLst>
              <a:ext uri="{FF2B5EF4-FFF2-40B4-BE49-F238E27FC236}">
                <a16:creationId xmlns:a16="http://schemas.microsoft.com/office/drawing/2014/main" id="{71FDCF8A-AE40-2313-48C4-D81570F82E40}"/>
              </a:ext>
            </a:extLst>
          </p:cNvPr>
          <p:cNvSpPr txBox="1"/>
          <p:nvPr/>
        </p:nvSpPr>
        <p:spPr>
          <a:xfrm>
            <a:off x="2105526" y="5346700"/>
            <a:ext cx="1968500" cy="673100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99600"/>
              </a:lnSpc>
            </a:pPr>
            <a:r>
              <a:rPr lang="ko-KR" sz="20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Gmarket Sans Medium" panose="020B0600000101010101" charset="-127"/>
                <a:ea typeface="Gmarket Sans Medium" panose="020B0600000101010101" charset="-127"/>
              </a:rPr>
              <a:t>OOO</a:t>
            </a:r>
            <a:r>
              <a:rPr lang="en-US" sz="20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Gmarket Sans Medium" panose="020B0600000101010101" charset="-127"/>
                <a:ea typeface="Gmarket Sans Medium" panose="020B0600000101010101" charset="-127"/>
              </a:rPr>
              <a:t> </a:t>
            </a:r>
            <a:r>
              <a:rPr lang="ko-KR" sz="20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Gmarket Sans Medium" panose="020B0600000101010101" charset="-127"/>
                <a:ea typeface="Gmarket Sans Medium" panose="020B0600000101010101" charset="-127"/>
              </a:rPr>
              <a:t>OOO</a:t>
            </a:r>
          </a:p>
          <a:p>
            <a:pPr lvl="0" algn="l">
              <a:lnSpc>
                <a:spcPct val="99600"/>
              </a:lnSpc>
            </a:pPr>
            <a:r>
              <a:rPr lang="ko-KR" sz="20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Gmarket Sans Medium" panose="020B0600000101010101" charset="-127"/>
                <a:ea typeface="Gmarket Sans Medium" panose="020B0600000101010101" charset="-127"/>
              </a:rPr>
              <a:t>김태경</a:t>
            </a:r>
            <a:r>
              <a:rPr lang="en-US" sz="20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Gmarket Sans Medium" panose="020B0600000101010101" charset="-127"/>
                <a:ea typeface="Gmarket Sans Medium" panose="020B0600000101010101" charset="-127"/>
              </a:rPr>
              <a:t> </a:t>
            </a:r>
            <a:r>
              <a:rPr lang="ko-KR" sz="20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Gmarket Sans Medium" panose="020B0600000101010101" charset="-127"/>
                <a:ea typeface="Gmarket Sans Medium" panose="020B0600000101010101" charset="-127"/>
              </a:rPr>
              <a:t>OOO</a:t>
            </a:r>
          </a:p>
        </p:txBody>
      </p:sp>
      <p:sp>
        <p:nvSpPr>
          <p:cNvPr id="16" name="TextBox 24">
            <a:extLst>
              <a:ext uri="{FF2B5EF4-FFF2-40B4-BE49-F238E27FC236}">
                <a16:creationId xmlns:a16="http://schemas.microsoft.com/office/drawing/2014/main" id="{377F3A88-7A04-73C1-4281-C54CBE348BE9}"/>
              </a:ext>
            </a:extLst>
          </p:cNvPr>
          <p:cNvSpPr txBox="1"/>
          <p:nvPr/>
        </p:nvSpPr>
        <p:spPr>
          <a:xfrm>
            <a:off x="1507824" y="5346700"/>
            <a:ext cx="482600" cy="355600"/>
          </a:xfrm>
          <a:prstGeom prst="rect">
            <a:avLst/>
          </a:prstGeom>
        </p:spPr>
        <p:txBody>
          <a:bodyPr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16199"/>
              </a:lnSpc>
            </a:pPr>
            <a:r>
              <a:rPr lang="en-US" sz="20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Gmarket Sans Medium" panose="020B0600000101010101" charset="-127"/>
                <a:ea typeface="Gmarket Sans Medium" panose="020B0600000101010101" charset="-127"/>
              </a:rPr>
              <a:t>2</a:t>
            </a:r>
            <a:r>
              <a:rPr lang="ko-KR" sz="20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Gmarket Sans Medium" panose="020B0600000101010101" charset="-127"/>
                <a:ea typeface="Gmarket Sans Medium" panose="020B0600000101010101" charset="-127"/>
              </a:rPr>
              <a:t>조</a:t>
            </a: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D83A4728-06FE-E023-BA11-BF2C84D7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846"/>
    </mc:Choice>
    <mc:Fallback xmlns="">
      <p:transition spd="slow" advTm="1484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3" name="TextBox 3"/>
          <p:cNvSpPr txBox="1"/>
          <p:nvPr/>
        </p:nvSpPr>
        <p:spPr>
          <a:xfrm>
            <a:off x="2921000" y="3142361"/>
            <a:ext cx="27940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200" b="0" i="0" u="none" strike="noStrike" spc="-100" dirty="0">
                <a:solidFill>
                  <a:srgbClr val="2D2D2D"/>
                </a:solidFill>
                <a:latin typeface="Gmarket Sans Bold"/>
              </a:rPr>
              <a:t>Introduction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24000" y="3002661"/>
            <a:ext cx="1752600" cy="1219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6800" b="0" i="0" u="none" strike="noStrike" spc="-300">
                <a:solidFill>
                  <a:srgbClr val="FD9F28"/>
                </a:solidFill>
                <a:latin typeface="Gmarket Sans Bold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921000" y="4056761"/>
            <a:ext cx="2324100" cy="1054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en-US" sz="1800" b="0" i="0" u="none" strike="noStrike">
                <a:solidFill>
                  <a:srgbClr val="595959"/>
                </a:solidFill>
                <a:latin typeface="Gmarket Sans Medium"/>
              </a:rPr>
              <a:t>-</a:t>
            </a:r>
            <a:r>
              <a:rPr lang="ko-KR" sz="1800" b="0" i="0" u="none" strike="noStrike">
                <a:solidFill>
                  <a:srgbClr val="595959"/>
                </a:solidFill>
                <a:ea typeface="Gmarket Sans Medium"/>
              </a:rPr>
              <a:t>프로젝트</a:t>
            </a:r>
            <a:r>
              <a:rPr lang="en-US" sz="1800" b="0" i="0" u="none" strike="noStrike">
                <a:solidFill>
                  <a:srgbClr val="595959"/>
                </a:solidFill>
                <a:latin typeface="Gmarket Sans Medium"/>
              </a:rPr>
              <a:t> </a:t>
            </a:r>
            <a:r>
              <a:rPr lang="ko-KR" sz="1800" b="0" i="0" u="none" strike="noStrike">
                <a:solidFill>
                  <a:srgbClr val="595959"/>
                </a:solidFill>
                <a:ea typeface="Gmarket Sans Medium"/>
              </a:rPr>
              <a:t>소개</a:t>
            </a:r>
          </a:p>
          <a:p>
            <a:pPr lvl="0" algn="l">
              <a:lnSpc>
                <a:spcPct val="132800"/>
              </a:lnSpc>
            </a:pPr>
            <a:r>
              <a:rPr lang="en-US" sz="1800" b="0" i="0" u="none" strike="noStrike">
                <a:solidFill>
                  <a:srgbClr val="595959"/>
                </a:solidFill>
                <a:latin typeface="Gmarket Sans Medium"/>
              </a:rPr>
              <a:t>-</a:t>
            </a:r>
            <a:r>
              <a:rPr lang="ko-KR" sz="1800" b="0" i="0" u="none" strike="noStrike">
                <a:solidFill>
                  <a:srgbClr val="595959"/>
                </a:solidFill>
                <a:ea typeface="Gmarket Sans Medium"/>
              </a:rPr>
              <a:t>조직도</a:t>
            </a:r>
            <a:r>
              <a:rPr lang="en-US" sz="1800" b="0" i="0" u="none" strike="noStrike">
                <a:solidFill>
                  <a:srgbClr val="595959"/>
                </a:solidFill>
                <a:latin typeface="Gmarket Sans Medium"/>
              </a:rPr>
              <a:t> </a:t>
            </a:r>
            <a:r>
              <a:rPr lang="ko-KR" sz="1800" b="0" i="0" u="none" strike="noStrike">
                <a:solidFill>
                  <a:srgbClr val="595959"/>
                </a:solidFill>
                <a:ea typeface="Gmarket Sans Medium"/>
              </a:rPr>
              <a:t>및</a:t>
            </a:r>
            <a:r>
              <a:rPr lang="en-US" sz="1800" b="0" i="0" u="none" strike="noStrike">
                <a:solidFill>
                  <a:srgbClr val="595959"/>
                </a:solidFill>
                <a:latin typeface="Gmarket Sans Medium"/>
              </a:rPr>
              <a:t> </a:t>
            </a:r>
            <a:r>
              <a:rPr lang="ko-KR" sz="1800" b="0" i="0" u="none" strike="noStrike">
                <a:solidFill>
                  <a:srgbClr val="595959"/>
                </a:solidFill>
                <a:ea typeface="Gmarket Sans Medium"/>
              </a:rPr>
              <a:t>개발</a:t>
            </a:r>
            <a:r>
              <a:rPr lang="en-US" sz="1800" b="0" i="0" u="none" strike="noStrike">
                <a:solidFill>
                  <a:srgbClr val="595959"/>
                </a:solidFill>
                <a:latin typeface="Gmarket Sans Medium"/>
              </a:rPr>
              <a:t> </a:t>
            </a:r>
            <a:r>
              <a:rPr lang="ko-KR" sz="1800" b="0" i="0" u="none" strike="noStrike">
                <a:solidFill>
                  <a:srgbClr val="595959"/>
                </a:solidFill>
                <a:ea typeface="Gmarket Sans Medium"/>
              </a:rPr>
              <a:t>환경</a:t>
            </a:r>
          </a:p>
          <a:p>
            <a:pPr lvl="0" algn="l">
              <a:lnSpc>
                <a:spcPct val="132800"/>
              </a:lnSpc>
            </a:pPr>
            <a:r>
              <a:rPr lang="en-US" sz="1800" b="0" i="0" u="none" strike="noStrike">
                <a:solidFill>
                  <a:srgbClr val="595959"/>
                </a:solidFill>
                <a:latin typeface="Gmarket Sans Medium"/>
              </a:rPr>
              <a:t>-</a:t>
            </a:r>
            <a:r>
              <a:rPr lang="ko-KR" sz="1800" b="0" i="0" u="none" strike="noStrike">
                <a:solidFill>
                  <a:srgbClr val="595959"/>
                </a:solidFill>
                <a:ea typeface="Gmarket Sans Medium"/>
              </a:rPr>
              <a:t>프로젝트</a:t>
            </a:r>
            <a:r>
              <a:rPr lang="en-US" sz="1800" b="0" i="0" u="none" strike="noStrike">
                <a:solidFill>
                  <a:srgbClr val="595959"/>
                </a:solidFill>
                <a:latin typeface="Gmarket Sans Medium"/>
              </a:rPr>
              <a:t> </a:t>
            </a:r>
            <a:r>
              <a:rPr lang="ko-KR" sz="1800" b="0" i="0" u="none" strike="noStrike">
                <a:solidFill>
                  <a:srgbClr val="595959"/>
                </a:solidFill>
                <a:ea typeface="Gmarket Sans Medium"/>
              </a:rPr>
              <a:t>진행률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8" name="TextBox 8"/>
          <p:cNvSpPr txBox="1"/>
          <p:nvPr/>
        </p:nvSpPr>
        <p:spPr>
          <a:xfrm>
            <a:off x="8597900" y="3142361"/>
            <a:ext cx="21844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200" b="0" i="0" u="none" strike="noStrike" spc="-100" dirty="0">
                <a:solidFill>
                  <a:srgbClr val="2D2D2D"/>
                </a:solidFill>
                <a:latin typeface="Gmarket Sans Bold"/>
              </a:rPr>
              <a:t>Problem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023100" y="3002661"/>
            <a:ext cx="1752600" cy="1206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6800" b="0" i="0" u="none" strike="noStrike" spc="-300">
                <a:solidFill>
                  <a:srgbClr val="FD9F28"/>
                </a:solidFill>
                <a:latin typeface="Gmarket Sans Bold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85200" y="4056761"/>
            <a:ext cx="2374900" cy="1054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en-US" sz="1800" b="0" i="0" u="none" strike="noStrike" dirty="0">
                <a:solidFill>
                  <a:srgbClr val="595959"/>
                </a:solidFill>
                <a:latin typeface="Gmarket Sans Medium"/>
              </a:rPr>
              <a:t>-</a:t>
            </a:r>
            <a:r>
              <a:rPr lang="ko-KR" sz="1800" b="0" i="0" u="none" strike="noStrike" dirty="0">
                <a:solidFill>
                  <a:srgbClr val="595959"/>
                </a:solidFill>
                <a:ea typeface="Gmarket Sans Medium"/>
              </a:rPr>
              <a:t>문제</a:t>
            </a:r>
            <a:r>
              <a:rPr lang="en-US" sz="1800" b="0" i="0" u="none" strike="noStrike" dirty="0">
                <a:solidFill>
                  <a:srgbClr val="595959"/>
                </a:solidFill>
                <a:latin typeface="Gmarket Sans Medium"/>
              </a:rPr>
              <a:t> </a:t>
            </a:r>
            <a:r>
              <a:rPr lang="ko-KR" sz="1800" b="0" i="0" u="none" strike="noStrike" dirty="0">
                <a:solidFill>
                  <a:srgbClr val="595959"/>
                </a:solidFill>
                <a:ea typeface="Gmarket Sans Medium"/>
              </a:rPr>
              <a:t>분석</a:t>
            </a:r>
          </a:p>
          <a:p>
            <a:pPr lvl="0" algn="l">
              <a:lnSpc>
                <a:spcPct val="132800"/>
              </a:lnSpc>
            </a:pPr>
            <a:r>
              <a:rPr lang="en-US" sz="1800" b="0" i="0" u="none" strike="noStrike" dirty="0">
                <a:solidFill>
                  <a:srgbClr val="595959"/>
                </a:solidFill>
                <a:latin typeface="Gmarket Sans Medium"/>
              </a:rPr>
              <a:t>-Why</a:t>
            </a:r>
          </a:p>
          <a:p>
            <a:pPr lvl="0" algn="l">
              <a:lnSpc>
                <a:spcPct val="132800"/>
              </a:lnSpc>
            </a:pPr>
            <a:r>
              <a:rPr lang="en-US" sz="1800" b="0" i="0" u="none" strike="noStrike" dirty="0">
                <a:solidFill>
                  <a:srgbClr val="595959"/>
                </a:solidFill>
                <a:latin typeface="Gmarket Sans Medium"/>
              </a:rPr>
              <a:t>-What's Solution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13" name="TextBox 13"/>
          <p:cNvSpPr txBox="1"/>
          <p:nvPr/>
        </p:nvSpPr>
        <p:spPr>
          <a:xfrm>
            <a:off x="13985748" y="3142361"/>
            <a:ext cx="12192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200" b="0" i="0" strike="noStrike" spc="-100">
                <a:solidFill>
                  <a:srgbClr val="2D2D2D"/>
                </a:solidFill>
                <a:latin typeface="Gmarket Sans Bold"/>
              </a:rPr>
              <a:t>How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360148" y="2964053"/>
            <a:ext cx="1752600" cy="1206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6800" b="0" i="0" strike="noStrike" spc="-300">
                <a:solidFill>
                  <a:srgbClr val="FD9F28"/>
                </a:solidFill>
                <a:latin typeface="Gmarket Sans Bold"/>
              </a:rPr>
              <a:t>03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924026" y="4154297"/>
            <a:ext cx="2781300" cy="1422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en-US" sz="1800" b="0" i="0" strike="noStrike" dirty="0">
                <a:solidFill>
                  <a:srgbClr val="595959"/>
                </a:solidFill>
                <a:latin typeface="Gmarket Sans Medium"/>
              </a:rPr>
              <a:t>-System Structure</a:t>
            </a:r>
          </a:p>
          <a:p>
            <a:pPr lvl="0" algn="l">
              <a:lnSpc>
                <a:spcPct val="132800"/>
              </a:lnSpc>
            </a:pPr>
            <a:r>
              <a:rPr lang="en-US" sz="1800" b="0" i="0" strike="noStrike" dirty="0">
                <a:solidFill>
                  <a:srgbClr val="595959"/>
                </a:solidFill>
                <a:latin typeface="Gmarket Sans Medium"/>
              </a:rPr>
              <a:t>-System Architecture</a:t>
            </a:r>
          </a:p>
          <a:p>
            <a:pPr lvl="0" algn="l">
              <a:lnSpc>
                <a:spcPct val="132800"/>
              </a:lnSpc>
            </a:pPr>
            <a:r>
              <a:rPr lang="en-US" sz="1800" b="0" i="0" strike="noStrike" dirty="0">
                <a:solidFill>
                  <a:srgbClr val="595959"/>
                </a:solidFill>
                <a:latin typeface="Gmarket Sans Medium"/>
              </a:rPr>
              <a:t>-Flow Chart</a:t>
            </a:r>
          </a:p>
          <a:p>
            <a:pPr lvl="0" algn="l">
              <a:lnSpc>
                <a:spcPct val="132800"/>
              </a:lnSpc>
            </a:pPr>
            <a:r>
              <a:rPr lang="en-US" sz="1800" b="0" i="0" strike="noStrike" dirty="0">
                <a:solidFill>
                  <a:srgbClr val="595959"/>
                </a:solidFill>
                <a:latin typeface="Gmarket Sans Medium"/>
              </a:rPr>
              <a:t>-User Interface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18" name="TextBox 18"/>
          <p:cNvSpPr txBox="1"/>
          <p:nvPr/>
        </p:nvSpPr>
        <p:spPr>
          <a:xfrm>
            <a:off x="2921000" y="6696202"/>
            <a:ext cx="21463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200" b="0" i="0" u="none" strike="noStrike" spc="-100" dirty="0">
                <a:solidFill>
                  <a:srgbClr val="2D2D2D"/>
                </a:solidFill>
                <a:latin typeface="Gmarket Sans Bold"/>
              </a:rPr>
              <a:t>Outcome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98600" y="6515100"/>
            <a:ext cx="1752600" cy="1206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6800" b="0" i="0" u="none" strike="noStrike" spc="-300">
                <a:solidFill>
                  <a:srgbClr val="FD9F28"/>
                </a:solidFill>
                <a:latin typeface="Gmarket Sans Bold"/>
              </a:rPr>
              <a:t>04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921000" y="7509510"/>
            <a:ext cx="1574800" cy="1054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en-US" sz="1800" b="0" i="0" u="none" strike="noStrike" dirty="0">
                <a:solidFill>
                  <a:srgbClr val="595959"/>
                </a:solidFill>
                <a:latin typeface="Gmarket Sans Medium"/>
              </a:rPr>
              <a:t>-Scenario</a:t>
            </a:r>
          </a:p>
          <a:p>
            <a:pPr lvl="0" algn="l">
              <a:lnSpc>
                <a:spcPct val="132800"/>
              </a:lnSpc>
            </a:pPr>
            <a:r>
              <a:rPr lang="en-US" sz="1800" b="0" i="0" u="none" strike="noStrike" dirty="0">
                <a:solidFill>
                  <a:srgbClr val="595959"/>
                </a:solidFill>
                <a:latin typeface="Gmarket Sans Medium"/>
              </a:rPr>
              <a:t>-</a:t>
            </a:r>
            <a:r>
              <a:rPr lang="ko-KR" sz="1800" b="0" i="0" u="none" strike="noStrike" dirty="0">
                <a:solidFill>
                  <a:srgbClr val="595959"/>
                </a:solidFill>
                <a:ea typeface="Gmarket Sans Medium"/>
              </a:rPr>
              <a:t>시연</a:t>
            </a:r>
            <a:r>
              <a:rPr lang="en-US" sz="1800" b="0" i="0" u="none" strike="noStrike" dirty="0">
                <a:solidFill>
                  <a:srgbClr val="595959"/>
                </a:solidFill>
                <a:latin typeface="Gmarket Sans Medium"/>
              </a:rPr>
              <a:t> </a:t>
            </a:r>
            <a:r>
              <a:rPr lang="ko-KR" sz="1800" b="0" i="0" u="none" strike="noStrike" dirty="0">
                <a:solidFill>
                  <a:srgbClr val="595959"/>
                </a:solidFill>
                <a:ea typeface="Gmarket Sans Medium"/>
              </a:rPr>
              <a:t>영상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3" name="TextBox 23"/>
          <p:cNvSpPr txBox="1"/>
          <p:nvPr/>
        </p:nvSpPr>
        <p:spPr>
          <a:xfrm>
            <a:off x="13907516" y="6696202"/>
            <a:ext cx="23241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200" b="0" i="0" u="none" strike="noStrike" spc="-100" dirty="0">
                <a:solidFill>
                  <a:srgbClr val="2D2D2D"/>
                </a:solidFill>
                <a:latin typeface="Gmarket Sans Bold"/>
              </a:rPr>
              <a:t>Reference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332716" y="6515100"/>
            <a:ext cx="1752600" cy="1206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6800" b="0" i="0" u="none" strike="noStrike" spc="-300" dirty="0">
                <a:solidFill>
                  <a:srgbClr val="FD9F28"/>
                </a:solidFill>
                <a:latin typeface="Gmarket Sans Bold"/>
              </a:rPr>
              <a:t>06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700" y="1587500"/>
            <a:ext cx="15989300" cy="254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876300" y="584200"/>
            <a:ext cx="3467100" cy="83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7980"/>
              </a:lnSpc>
            </a:pPr>
            <a:r>
              <a:rPr lang="en-US" sz="4700" b="0" i="0" u="none" strike="noStrike" spc="-100" dirty="0">
                <a:solidFill>
                  <a:srgbClr val="FD9F28"/>
                </a:solidFill>
                <a:latin typeface="Gmarket Sans Bold" panose="020B0600000101010101" charset="-127"/>
                <a:ea typeface="Gmarket Sans Bold" panose="020B0600000101010101" charset="-127"/>
              </a:rPr>
              <a:t>Contents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9" name="TextBox 29"/>
          <p:cNvSpPr txBox="1"/>
          <p:nvPr/>
        </p:nvSpPr>
        <p:spPr>
          <a:xfrm>
            <a:off x="7048500" y="6515100"/>
            <a:ext cx="1752600" cy="1206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6800" b="0" i="0" u="none" strike="noStrike" spc="-300" dirty="0">
                <a:solidFill>
                  <a:srgbClr val="FD9F28"/>
                </a:solidFill>
                <a:latin typeface="Gmarket Sans Bold"/>
              </a:rPr>
              <a:t>05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616950" y="7486650"/>
            <a:ext cx="1155700" cy="635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en-US" sz="1800" b="0" i="0" u="none" strike="noStrike" dirty="0">
                <a:solidFill>
                  <a:srgbClr val="595959"/>
                </a:solidFill>
                <a:latin typeface="Gmarket Sans Medium"/>
              </a:rPr>
              <a:t>-</a:t>
            </a:r>
            <a:r>
              <a:rPr lang="ko-KR" sz="1800" b="0" i="0" u="none" strike="noStrike" dirty="0">
                <a:solidFill>
                  <a:srgbClr val="595959"/>
                </a:solidFill>
                <a:ea typeface="Gmarket Sans Medium"/>
              </a:rPr>
              <a:t>기대</a:t>
            </a:r>
            <a:r>
              <a:rPr lang="en-US" sz="1800" b="0" i="0" u="none" strike="noStrike" dirty="0">
                <a:solidFill>
                  <a:srgbClr val="595959"/>
                </a:solidFill>
                <a:latin typeface="Gmarket Sans Medium"/>
              </a:rPr>
              <a:t> </a:t>
            </a:r>
            <a:r>
              <a:rPr lang="ko-KR" sz="1800" b="0" i="0" u="none" strike="noStrike" dirty="0">
                <a:solidFill>
                  <a:srgbClr val="595959"/>
                </a:solidFill>
                <a:ea typeface="Gmarket Sans Medium"/>
              </a:rPr>
              <a:t>효과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585200" y="6696202"/>
            <a:ext cx="25908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200" b="0" i="0" u="none" strike="noStrike" spc="-100" dirty="0">
                <a:solidFill>
                  <a:srgbClr val="2D2D2D"/>
                </a:solidFill>
                <a:latin typeface="Gmarket Sans Bold"/>
              </a:rPr>
              <a:t>V</a:t>
            </a:r>
            <a:r>
              <a:rPr lang="en-US" sz="3200" spc="-100" dirty="0">
                <a:solidFill>
                  <a:srgbClr val="2D2D2D"/>
                </a:solidFill>
                <a:latin typeface="Gmarket Sans Bold"/>
              </a:rPr>
              <a:t>alue</a:t>
            </a:r>
            <a:endParaRPr lang="en-US" sz="3200" b="0" i="0" u="none" strike="noStrike" spc="-100" dirty="0">
              <a:solidFill>
                <a:srgbClr val="2D2D2D"/>
              </a:solidFill>
              <a:latin typeface="Gmarket Sans Bold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9ED4B6C-F41D-717A-4FDB-1DB4B9205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C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469900"/>
            <a:ext cx="17614900" cy="93472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5149850" y="3130550"/>
            <a:ext cx="7988300" cy="402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7029"/>
              </a:lnSpc>
            </a:pPr>
            <a:r>
              <a:rPr lang="en-US" sz="7100" b="0" i="0" u="none" strike="noStrike" dirty="0">
                <a:solidFill>
                  <a:srgbClr val="FD9F28"/>
                </a:solidFill>
                <a:latin typeface="Gmarket Sans Bold" panose="020B0600000101010101" charset="-127"/>
                <a:ea typeface="Gmarket Sans Bold" panose="020B0600000101010101" charset="-127"/>
              </a:rPr>
              <a:t>01. Introduction</a:t>
            </a:r>
          </a:p>
          <a:p>
            <a:pPr marL="914400" lvl="0" indent="-914400">
              <a:lnSpc>
                <a:spcPct val="117029"/>
              </a:lnSpc>
              <a:buFont typeface="+mj-lt"/>
              <a:buAutoNum type="arabicPeriod"/>
            </a:pPr>
            <a:r>
              <a:rPr lang="ko-KR" sz="4600" b="0" i="0" u="none" strike="noStrike" dirty="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프로젝트</a:t>
            </a:r>
            <a:r>
              <a:rPr lang="en-US" sz="4600" b="0" i="0" u="none" strike="noStrike" dirty="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sz="4600" b="0" i="0" u="none" strike="noStrike" dirty="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소개</a:t>
            </a:r>
          </a:p>
          <a:p>
            <a:pPr marL="914400" lvl="0" indent="-914400">
              <a:lnSpc>
                <a:spcPct val="117029"/>
              </a:lnSpc>
              <a:buFont typeface="+mj-lt"/>
              <a:buAutoNum type="arabicPeriod"/>
            </a:pPr>
            <a:r>
              <a:rPr lang="ko-KR" sz="4600" b="0" i="0" u="none" strike="noStrike" dirty="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조직도</a:t>
            </a:r>
            <a:r>
              <a:rPr lang="en-US" sz="4600" b="0" i="0" u="none" strike="noStrike" dirty="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sz="4600" b="0" i="0" u="none" strike="noStrike" dirty="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및</a:t>
            </a:r>
            <a:r>
              <a:rPr lang="en-US" sz="4600" b="0" i="0" u="none" strike="noStrike" dirty="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sz="4600" b="0" i="0" u="none" strike="noStrike" dirty="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개발</a:t>
            </a:r>
            <a:r>
              <a:rPr lang="en-US" sz="4600" b="0" i="0" u="none" strike="noStrike" dirty="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sz="4600" b="0" i="0" u="none" strike="noStrike" dirty="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환경</a:t>
            </a:r>
            <a:r>
              <a:rPr lang="en-US" sz="4600" b="0" i="0" u="none" strike="noStrike" dirty="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 </a:t>
            </a:r>
          </a:p>
          <a:p>
            <a:pPr marL="914400" lvl="0" indent="-914400">
              <a:lnSpc>
                <a:spcPct val="117029"/>
              </a:lnSpc>
              <a:buFont typeface="+mj-lt"/>
              <a:buAutoNum type="arabicPeriod"/>
            </a:pPr>
            <a:r>
              <a:rPr lang="ko-KR" sz="4600" b="0" i="0" u="none" strike="noStrike" dirty="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프로젝트</a:t>
            </a:r>
            <a:r>
              <a:rPr lang="en-US" sz="4600" b="0" i="0" u="none" strike="noStrike" dirty="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sz="4600" b="0" i="0" u="none" strike="noStrike" dirty="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진행률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25F71B-1FEA-D58E-4421-9A8BB7A08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856" y="3116268"/>
            <a:ext cx="5160496" cy="5760229"/>
          </a:xfrm>
          <a:prstGeom prst="rect">
            <a:avLst/>
          </a:prstGeom>
        </p:spPr>
      </p:pic>
      <p:grpSp>
        <p:nvGrpSpPr>
          <p:cNvPr id="33" name="그룹 32">
            <a:extLst>
              <a:ext uri="{FF2B5EF4-FFF2-40B4-BE49-F238E27FC236}">
                <a16:creationId xmlns:a16="http://schemas.microsoft.com/office/drawing/2014/main" id="{C43D0397-E0A8-BB0F-7D8C-083DACD87B22}"/>
              </a:ext>
            </a:extLst>
          </p:cNvPr>
          <p:cNvGrpSpPr/>
          <p:nvPr/>
        </p:nvGrpSpPr>
        <p:grpSpPr>
          <a:xfrm>
            <a:off x="12185656" y="3900882"/>
            <a:ext cx="4749800" cy="4191000"/>
            <a:chOff x="12185656" y="3900882"/>
            <a:chExt cx="4749800" cy="419100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0460000">
              <a:off x="12185656" y="3900882"/>
              <a:ext cx="2209800" cy="3073400"/>
            </a:xfrm>
            <a:prstGeom prst="rect">
              <a:avLst/>
            </a:prstGeom>
          </p:spPr>
        </p:pic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1200000">
              <a:off x="14547856" y="6085282"/>
              <a:ext cx="1981200" cy="2006600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865356" y="4154882"/>
              <a:ext cx="2070100" cy="1816100"/>
            </a:xfrm>
            <a:prstGeom prst="rect">
              <a:avLst/>
            </a:prstGeom>
          </p:spPr>
        </p:pic>
      </p:grpSp>
      <p:pic>
        <p:nvPicPr>
          <p:cNvPr id="32" name="Picture 2">
            <a:extLst>
              <a:ext uri="{FF2B5EF4-FFF2-40B4-BE49-F238E27FC236}">
                <a16:creationId xmlns:a16="http://schemas.microsoft.com/office/drawing/2014/main" id="{D4C84CD7-ABB2-8C0C-6517-C8D29A3322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719" t="7662" r="11194" b="5358"/>
          <a:stretch/>
        </p:blipFill>
        <p:spPr>
          <a:xfrm>
            <a:off x="3048000" y="5046292"/>
            <a:ext cx="756389" cy="1090494"/>
          </a:xfrm>
          <a:prstGeom prst="rect">
            <a:avLst/>
          </a:prstGeom>
        </p:spPr>
      </p:pic>
      <p:grpSp>
        <p:nvGrpSpPr>
          <p:cNvPr id="29" name="그룹 28">
            <a:extLst>
              <a:ext uri="{FF2B5EF4-FFF2-40B4-BE49-F238E27FC236}">
                <a16:creationId xmlns:a16="http://schemas.microsoft.com/office/drawing/2014/main" id="{993445B5-424C-5E15-D306-514B7217A790}"/>
              </a:ext>
            </a:extLst>
          </p:cNvPr>
          <p:cNvGrpSpPr/>
          <p:nvPr/>
        </p:nvGrpSpPr>
        <p:grpSpPr>
          <a:xfrm>
            <a:off x="1066800" y="800100"/>
            <a:ext cx="13030200" cy="1600200"/>
            <a:chOff x="899652" y="635803"/>
            <a:chExt cx="13030200" cy="1600200"/>
          </a:xfrm>
        </p:grpSpPr>
        <p:sp>
          <p:nvSpPr>
            <p:cNvPr id="6" name="TextBox 6"/>
            <p:cNvSpPr txBox="1"/>
            <p:nvPr/>
          </p:nvSpPr>
          <p:spPr>
            <a:xfrm>
              <a:off x="899652" y="953303"/>
              <a:ext cx="5461000" cy="1282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99600"/>
                </a:lnSpc>
              </a:pPr>
              <a:r>
                <a:rPr lang="ko-KR" sz="7200" b="0" i="0" u="none" strike="noStrike" spc="-200">
                  <a:solidFill>
                    <a:srgbClr val="FD9F28"/>
                  </a:solidFill>
                  <a:ea typeface="Gmarket Sans Bold"/>
                </a:rPr>
                <a:t>프로젝트</a:t>
              </a:r>
              <a:r>
                <a:rPr lang="en-US" sz="7200" b="0" i="0" u="none" strike="noStrike" spc="-200">
                  <a:solidFill>
                    <a:srgbClr val="FD9F28"/>
                  </a:solidFill>
                  <a:latin typeface="Gmarket Sans Bold"/>
                </a:rPr>
                <a:t> </a:t>
              </a:r>
              <a:r>
                <a:rPr lang="ko-KR" sz="7200" b="0" i="0" u="none" strike="noStrike" spc="-200">
                  <a:solidFill>
                    <a:srgbClr val="FD9F28"/>
                  </a:solidFill>
                  <a:ea typeface="Gmarket Sans Bold"/>
                </a:rPr>
                <a:t>소개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99652" y="635803"/>
              <a:ext cx="38100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107899"/>
                </a:lnSpc>
              </a:pPr>
              <a:r>
                <a:rPr lang="en-US" sz="1800" b="0" i="0" u="none" strike="noStrike">
                  <a:solidFill>
                    <a:srgbClr val="2D2D2D">
                      <a:alpha val="60000"/>
                    </a:srgbClr>
                  </a:solidFill>
                  <a:latin typeface="Gmarket Sans Medium"/>
                </a:rPr>
                <a:t>01 Introdution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627352" y="1410503"/>
              <a:ext cx="7302500" cy="368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116199"/>
                </a:lnSpc>
              </a:pPr>
              <a:r>
                <a:rPr lang="ko-KR" sz="3200" b="0" i="0" u="none" strike="noStrike" dirty="0">
                  <a:solidFill>
                    <a:srgbClr val="2D2D2D"/>
                  </a:solidFill>
                  <a:ea typeface="Gmarket Sans Medium"/>
                </a:rPr>
                <a:t>위치기반</a:t>
              </a:r>
              <a:r>
                <a:rPr lang="en-US" sz="3200" b="0" i="0" u="none" strike="noStrike" dirty="0">
                  <a:solidFill>
                    <a:srgbClr val="2D2D2D"/>
                  </a:solidFill>
                  <a:latin typeface="Gmarket Sans Medium"/>
                </a:rPr>
                <a:t> </a:t>
              </a:r>
              <a:r>
                <a:rPr lang="ko-KR" sz="3200" b="0" i="0" u="none" strike="noStrike" dirty="0">
                  <a:solidFill>
                    <a:srgbClr val="2D2D2D"/>
                  </a:solidFill>
                  <a:ea typeface="Gmarket Sans Medium"/>
                </a:rPr>
                <a:t>어린이</a:t>
              </a:r>
              <a:r>
                <a:rPr lang="en-US" sz="3200" b="0" i="0" u="none" strike="noStrike" dirty="0">
                  <a:solidFill>
                    <a:srgbClr val="2D2D2D"/>
                  </a:solidFill>
                  <a:latin typeface="Gmarket Sans Medium"/>
                </a:rPr>
                <a:t> </a:t>
              </a:r>
              <a:r>
                <a:rPr lang="ko-KR" altLang="en-US" sz="3200" b="0" i="0" u="none" strike="noStrike" dirty="0">
                  <a:solidFill>
                    <a:srgbClr val="2D2D2D"/>
                  </a:solidFill>
                  <a:ea typeface="Gmarket Sans Medium"/>
                </a:rPr>
                <a:t>하차 태그 </a:t>
              </a:r>
              <a:r>
                <a:rPr lang="ko-KR" altLang="en-US" sz="3200" dirty="0">
                  <a:solidFill>
                    <a:srgbClr val="2D2D2D"/>
                  </a:solidFill>
                  <a:ea typeface="Gmarket Sans Medium"/>
                </a:rPr>
                <a:t>애</a:t>
              </a:r>
              <a:r>
                <a:rPr lang="ko-KR" sz="3200" b="0" i="0" u="none" strike="noStrike" dirty="0">
                  <a:solidFill>
                    <a:srgbClr val="2D2D2D"/>
                  </a:solidFill>
                  <a:ea typeface="Gmarket Sans Medium"/>
                </a:rPr>
                <a:t>플리케이션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1605C63C-6119-5730-29C0-A3D526A6A828}"/>
              </a:ext>
            </a:extLst>
          </p:cNvPr>
          <p:cNvGrpSpPr/>
          <p:nvPr/>
        </p:nvGrpSpPr>
        <p:grpSpPr>
          <a:xfrm>
            <a:off x="7931228" y="3135033"/>
            <a:ext cx="2950552" cy="5722699"/>
            <a:chOff x="7404100" y="3898900"/>
            <a:chExt cx="2730500" cy="5295900"/>
          </a:xfrm>
        </p:grpSpPr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04100" y="3898900"/>
              <a:ext cx="2730500" cy="5295900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645400" y="4305300"/>
              <a:ext cx="419100" cy="419100"/>
            </a:xfrm>
            <a:prstGeom prst="rect">
              <a:avLst/>
            </a:prstGeom>
          </p:spPr>
        </p:pic>
        <p:sp>
          <p:nvSpPr>
            <p:cNvPr id="12" name="TextBox 12"/>
            <p:cNvSpPr txBox="1"/>
            <p:nvPr/>
          </p:nvSpPr>
          <p:spPr>
            <a:xfrm>
              <a:off x="8089900" y="4279900"/>
              <a:ext cx="1803400" cy="406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300" b="0" i="0" u="none" strike="noStrike">
                  <a:solidFill>
                    <a:srgbClr val="FFFFFF"/>
                  </a:solidFill>
                  <a:latin typeface="Noto Sans CJK KR Bold"/>
                </a:rPr>
                <a:t>Application</a:t>
              </a:r>
            </a:p>
          </p:txBody>
        </p:sp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9">
              <a:alphaModFix amt="49000"/>
            </a:blip>
            <a:stretch>
              <a:fillRect/>
            </a:stretch>
          </p:blipFill>
          <p:spPr>
            <a:xfrm>
              <a:off x="7683500" y="5740400"/>
              <a:ext cx="2159000" cy="1612900"/>
            </a:xfrm>
            <a:prstGeom prst="rect">
              <a:avLst/>
            </a:prstGeom>
          </p:spPr>
        </p:pic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10">
              <a:alphaModFix amt="90000"/>
            </a:blip>
            <a:stretch>
              <a:fillRect/>
            </a:stretch>
          </p:blipFill>
          <p:spPr>
            <a:xfrm>
              <a:off x="7848600" y="5930900"/>
              <a:ext cx="444500" cy="266700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7886700" y="5969000"/>
              <a:ext cx="381000" cy="2032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99600"/>
                </a:lnSpc>
              </a:pPr>
              <a:r>
                <a:rPr lang="ko-KR" sz="1100" b="0" i="0" u="none" strike="noStrike" dirty="0">
                  <a:solidFill>
                    <a:srgbClr val="FFFFFF"/>
                  </a:solidFill>
                  <a:ea typeface="Gmarket Sans Medium" panose="020B0600000101010101" charset="-127"/>
                </a:rPr>
                <a:t>하원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82000" y="5956300"/>
              <a:ext cx="1130300" cy="2286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en-US" sz="1300" b="0" i="0" u="none" strike="noStrike">
                  <a:solidFill>
                    <a:srgbClr val="595959"/>
                  </a:solidFill>
                  <a:latin typeface="Noto Sans CJK KR Medium"/>
                </a:rPr>
                <a:t>16:00 ~ 16:30</a:t>
              </a:r>
            </a:p>
          </p:txBody>
        </p:sp>
        <p:pic>
          <p:nvPicPr>
            <p:cNvPr id="17" name="Picture 17"/>
            <p:cNvPicPr>
              <a:picLocks noChangeAspect="1"/>
            </p:cNvPicPr>
            <p:nvPr/>
          </p:nvPicPr>
          <p:blipFill>
            <a:blip r:embed="rId11">
              <a:alphaModFix amt="9000"/>
            </a:blip>
            <a:stretch>
              <a:fillRect/>
            </a:stretch>
          </p:blipFill>
          <p:spPr>
            <a:xfrm>
              <a:off x="7835900" y="6311900"/>
              <a:ext cx="1866900" cy="25400"/>
            </a:xfrm>
            <a:prstGeom prst="rect">
              <a:avLst/>
            </a:prstGeom>
          </p:spPr>
        </p:pic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12">
              <a:alphaModFix amt="9000"/>
            </a:blip>
            <a:stretch>
              <a:fillRect/>
            </a:stretch>
          </p:blipFill>
          <p:spPr>
            <a:xfrm rot="-5400000">
              <a:off x="8470900" y="6781800"/>
              <a:ext cx="609600" cy="25400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7988300" y="6807200"/>
              <a:ext cx="520700" cy="4191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99600"/>
                </a:lnSpc>
              </a:pPr>
              <a:r>
                <a:rPr lang="en-US" sz="2400" b="0" i="0" u="none" strike="noStrike">
                  <a:solidFill>
                    <a:srgbClr val="FD6F22"/>
                  </a:solidFill>
                  <a:latin typeface="Noto Sans CJK KR Medium"/>
                </a:rPr>
                <a:t>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55100" y="6807200"/>
              <a:ext cx="520700" cy="4191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99600"/>
                </a:lnSpc>
              </a:pPr>
              <a:r>
                <a:rPr lang="en-US" sz="2400" b="0" i="0" u="none" strike="noStrike">
                  <a:solidFill>
                    <a:srgbClr val="595959"/>
                  </a:solidFill>
                  <a:latin typeface="Noto Sans CJK KR Medium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24800" y="6489700"/>
              <a:ext cx="635000" cy="3175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99600"/>
                </a:lnSpc>
              </a:pPr>
              <a:r>
                <a:rPr lang="ko-KR" sz="1800" b="0" i="0" u="none" strike="noStrike">
                  <a:solidFill>
                    <a:srgbClr val="FD6F22"/>
                  </a:solidFill>
                  <a:ea typeface="Noto Sans CJK KR Medium"/>
                </a:rPr>
                <a:t>탑승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80500" y="6489700"/>
              <a:ext cx="469900" cy="2667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99600"/>
                </a:lnSpc>
              </a:pPr>
              <a:r>
                <a:rPr lang="ko-KR" sz="1800" b="0" i="0" u="none" strike="noStrike">
                  <a:solidFill>
                    <a:srgbClr val="595959"/>
                  </a:solidFill>
                  <a:ea typeface="Noto Sans CJK KR Medium"/>
                </a:rPr>
                <a:t>하차</a:t>
              </a:r>
            </a:p>
          </p:txBody>
        </p:sp>
        <p:pic>
          <p:nvPicPr>
            <p:cNvPr id="23" name="Picture 23"/>
            <p:cNvPicPr>
              <a:picLocks noChangeAspect="1"/>
            </p:cNvPicPr>
            <p:nvPr/>
          </p:nvPicPr>
          <p:blipFill>
            <a:blip r:embed="rId13">
              <a:alphaModFix amt="74000"/>
            </a:blip>
            <a:stretch>
              <a:fillRect/>
            </a:stretch>
          </p:blipFill>
          <p:spPr>
            <a:xfrm>
              <a:off x="8178800" y="8178800"/>
              <a:ext cx="1181100" cy="266700"/>
            </a:xfrm>
            <a:prstGeom prst="rect">
              <a:avLst/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8382000" y="8229600"/>
              <a:ext cx="774700" cy="1778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99600"/>
                </a:lnSpc>
              </a:pPr>
              <a:r>
                <a:rPr lang="ko-KR" sz="1000" b="0" i="0" u="none" strike="noStrike" dirty="0">
                  <a:solidFill>
                    <a:srgbClr val="595959"/>
                  </a:solidFill>
                  <a:ea typeface="Gmarket Sans Medium" panose="020B0600000101010101" charset="-127"/>
                </a:rPr>
                <a:t>운행</a:t>
              </a:r>
              <a:r>
                <a:rPr lang="en-US" sz="1000" b="0" i="0" u="none" strike="noStrike" dirty="0">
                  <a:solidFill>
                    <a:srgbClr val="595959"/>
                  </a:solidFill>
                  <a:latin typeface="Gmarket Sans Medium" panose="020B0600000101010101" charset="-127"/>
                </a:rPr>
                <a:t> </a:t>
              </a:r>
              <a:r>
                <a:rPr lang="ko-KR" sz="1000" b="0" i="0" u="none" strike="noStrike" dirty="0">
                  <a:solidFill>
                    <a:srgbClr val="595959"/>
                  </a:solidFill>
                  <a:ea typeface="Gmarket Sans Medium" panose="020B0600000101010101" charset="-127"/>
                </a:rPr>
                <a:t>종료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83500" y="7962900"/>
              <a:ext cx="2184400" cy="152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99600"/>
                </a:lnSpc>
              </a:pPr>
              <a:r>
                <a:rPr lang="ko-KR" sz="800" b="0" i="0" u="none" strike="noStrike" dirty="0">
                  <a:solidFill>
                    <a:srgbClr val="FD6F22">
                      <a:alpha val="83922"/>
                    </a:srgbClr>
                  </a:solidFill>
                  <a:ea typeface="Gmarket Sans Medium" panose="020B0600000101010101" charset="-127"/>
                </a:rPr>
                <a:t>운행</a:t>
              </a:r>
              <a:r>
                <a:rPr lang="en-US" sz="800" b="0" i="0" u="none" strike="noStrike" dirty="0">
                  <a:solidFill>
                    <a:srgbClr val="FD6F22">
                      <a:alpha val="83922"/>
                    </a:srgbClr>
                  </a:solidFill>
                  <a:latin typeface="Gmarket Sans Medium" panose="020B0600000101010101" charset="-127"/>
                </a:rPr>
                <a:t> </a:t>
              </a:r>
              <a:r>
                <a:rPr lang="ko-KR" sz="800" b="0" i="0" u="none" strike="noStrike" dirty="0">
                  <a:solidFill>
                    <a:srgbClr val="FD6F22">
                      <a:alpha val="83922"/>
                    </a:srgbClr>
                  </a:solidFill>
                  <a:ea typeface="Gmarket Sans Medium" panose="020B0600000101010101" charset="-127"/>
                </a:rPr>
                <a:t>종료</a:t>
              </a:r>
              <a:r>
                <a:rPr lang="en-US" sz="800" b="0" i="0" u="none" strike="noStrike" dirty="0">
                  <a:solidFill>
                    <a:srgbClr val="FD6F22">
                      <a:alpha val="83922"/>
                    </a:srgbClr>
                  </a:solidFill>
                  <a:latin typeface="Gmarket Sans Medium" panose="020B0600000101010101" charset="-127"/>
                </a:rPr>
                <a:t> </a:t>
              </a:r>
              <a:r>
                <a:rPr lang="ko-KR" sz="800" b="0" i="0" u="none" strike="noStrike" dirty="0">
                  <a:solidFill>
                    <a:srgbClr val="FD6F22">
                      <a:alpha val="83922"/>
                    </a:srgbClr>
                  </a:solidFill>
                  <a:ea typeface="Gmarket Sans Medium" panose="020B0600000101010101" charset="-127"/>
                </a:rPr>
                <a:t>전</a:t>
              </a:r>
              <a:r>
                <a:rPr lang="en-US" sz="800" b="0" i="0" u="none" strike="noStrike" dirty="0">
                  <a:solidFill>
                    <a:srgbClr val="FD6F22">
                      <a:alpha val="83922"/>
                    </a:srgbClr>
                  </a:solidFill>
                  <a:latin typeface="Gmarket Sans Medium" panose="020B0600000101010101" charset="-127"/>
                </a:rPr>
                <a:t> </a:t>
              </a:r>
              <a:r>
                <a:rPr lang="ko-KR" sz="800" b="0" i="0" u="none" strike="noStrike" dirty="0">
                  <a:solidFill>
                    <a:srgbClr val="FD6F22">
                      <a:alpha val="83922"/>
                    </a:srgbClr>
                  </a:solidFill>
                  <a:ea typeface="Gmarket Sans Medium" panose="020B0600000101010101" charset="-127"/>
                </a:rPr>
                <a:t>차내를</a:t>
              </a:r>
              <a:r>
                <a:rPr lang="en-US" sz="800" b="0" i="0" u="none" strike="noStrike" dirty="0">
                  <a:solidFill>
                    <a:srgbClr val="FD6F22">
                      <a:alpha val="83922"/>
                    </a:srgbClr>
                  </a:solidFill>
                  <a:latin typeface="Gmarket Sans Medium" panose="020B0600000101010101" charset="-127"/>
                </a:rPr>
                <a:t> </a:t>
              </a:r>
              <a:r>
                <a:rPr lang="ko-KR" sz="800" b="0" i="0" u="none" strike="noStrike" dirty="0">
                  <a:solidFill>
                    <a:srgbClr val="FD6F22">
                      <a:alpha val="83922"/>
                    </a:srgbClr>
                  </a:solidFill>
                  <a:ea typeface="Gmarket Sans Medium" panose="020B0600000101010101" charset="-127"/>
                </a:rPr>
                <a:t>점검해주시길</a:t>
              </a:r>
              <a:r>
                <a:rPr lang="en-US" sz="800" b="0" i="0" u="none" strike="noStrike" dirty="0">
                  <a:solidFill>
                    <a:srgbClr val="FD6F22">
                      <a:alpha val="83922"/>
                    </a:srgbClr>
                  </a:solidFill>
                  <a:latin typeface="Gmarket Sans Medium" panose="020B0600000101010101" charset="-127"/>
                </a:rPr>
                <a:t> </a:t>
              </a:r>
              <a:r>
                <a:rPr lang="ko-KR" sz="800" b="0" i="0" u="none" strike="noStrike" dirty="0">
                  <a:solidFill>
                    <a:srgbClr val="FD6F22">
                      <a:alpha val="83922"/>
                    </a:srgbClr>
                  </a:solidFill>
                  <a:ea typeface="Gmarket Sans Medium" panose="020B0600000101010101" charset="-127"/>
                </a:rPr>
                <a:t>바랍니다</a:t>
              </a:r>
              <a:r>
                <a:rPr lang="en-US" sz="800" b="0" i="0" u="none" strike="noStrike" dirty="0">
                  <a:solidFill>
                    <a:srgbClr val="FD6F22">
                      <a:alpha val="83922"/>
                    </a:srgbClr>
                  </a:solidFill>
                  <a:latin typeface="Gmarket Sans Medium" panose="020B0600000101010101" charset="-127"/>
                </a:rPr>
                <a:t>.</a:t>
              </a:r>
            </a:p>
          </p:txBody>
        </p:sp>
      </p:grpSp>
      <p:sp>
        <p:nvSpPr>
          <p:cNvPr id="26" name="슬라이드 번호 개체 틀 25">
            <a:extLst>
              <a:ext uri="{FF2B5EF4-FFF2-40B4-BE49-F238E27FC236}">
                <a16:creationId xmlns:a16="http://schemas.microsoft.com/office/drawing/2014/main" id="{09271EDC-879C-8429-B146-51B6A0E30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81A499B5-AEC5-4213-7974-F15C6E27EAEC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3137" y="5536724"/>
            <a:ext cx="919316" cy="9193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FA8164C5-DFCE-AFEC-83C6-EC359E41FE0C}"/>
              </a:ext>
            </a:extLst>
          </p:cNvPr>
          <p:cNvGrpSpPr/>
          <p:nvPr/>
        </p:nvGrpSpPr>
        <p:grpSpPr>
          <a:xfrm>
            <a:off x="1066800" y="800100"/>
            <a:ext cx="7645400" cy="1600200"/>
            <a:chOff x="944880" y="655320"/>
            <a:chExt cx="7645400" cy="1600200"/>
          </a:xfrm>
        </p:grpSpPr>
        <p:sp>
          <p:nvSpPr>
            <p:cNvPr id="2" name="TextBox 2"/>
            <p:cNvSpPr txBox="1"/>
            <p:nvPr/>
          </p:nvSpPr>
          <p:spPr>
            <a:xfrm>
              <a:off x="944880" y="972820"/>
              <a:ext cx="7645400" cy="1282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99600"/>
                </a:lnSpc>
              </a:pPr>
              <a:r>
                <a:rPr lang="ko-KR" sz="7200" b="0" i="0" u="none" strike="noStrike" spc="-200" dirty="0">
                  <a:solidFill>
                    <a:srgbClr val="FD9F28"/>
                  </a:solidFill>
                  <a:ea typeface="Gmarket Sans Bold"/>
                </a:rPr>
                <a:t>조직도</a:t>
              </a:r>
              <a:r>
                <a:rPr lang="en-US" sz="7200" b="0" i="0" u="none" strike="noStrike" spc="-200" dirty="0">
                  <a:solidFill>
                    <a:srgbClr val="FD9F28"/>
                  </a:solidFill>
                  <a:latin typeface="Gmarket Sans Bold"/>
                </a:rPr>
                <a:t> </a:t>
              </a:r>
              <a:r>
                <a:rPr lang="ko-KR" sz="7200" b="0" i="0" u="none" strike="noStrike" spc="-200" dirty="0">
                  <a:solidFill>
                    <a:srgbClr val="FD9F28"/>
                  </a:solidFill>
                  <a:ea typeface="Gmarket Sans Bold"/>
                </a:rPr>
                <a:t>및</a:t>
              </a:r>
              <a:r>
                <a:rPr lang="en-US" sz="7200" b="0" i="0" u="none" strike="noStrike" spc="-200" dirty="0">
                  <a:solidFill>
                    <a:srgbClr val="FD9F28"/>
                  </a:solidFill>
                  <a:latin typeface="Gmarket Sans Bold"/>
                </a:rPr>
                <a:t> </a:t>
              </a:r>
              <a:r>
                <a:rPr lang="ko-KR" sz="7200" b="0" i="0" u="none" strike="noStrike" spc="-200" dirty="0">
                  <a:solidFill>
                    <a:srgbClr val="FD9F28"/>
                  </a:solidFill>
                  <a:ea typeface="Gmarket Sans Bold"/>
                </a:rPr>
                <a:t>개발</a:t>
              </a:r>
              <a:r>
                <a:rPr lang="en-US" sz="7200" b="0" i="0" u="none" strike="noStrike" spc="-200" dirty="0">
                  <a:solidFill>
                    <a:srgbClr val="FD9F28"/>
                  </a:solidFill>
                  <a:latin typeface="Gmarket Sans Bold"/>
                </a:rPr>
                <a:t> </a:t>
              </a:r>
              <a:r>
                <a:rPr lang="ko-KR" sz="7200" b="0" i="0" u="none" strike="noStrike" spc="-200" dirty="0">
                  <a:solidFill>
                    <a:srgbClr val="FD9F28"/>
                  </a:solidFill>
                  <a:ea typeface="Gmarket Sans Bold"/>
                </a:rPr>
                <a:t>환경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944880" y="655320"/>
              <a:ext cx="38100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107899"/>
                </a:lnSpc>
              </a:pPr>
              <a:r>
                <a:rPr lang="en-US" sz="1800" b="0" i="0" u="none" strike="noStrike">
                  <a:solidFill>
                    <a:srgbClr val="2D2D2D">
                      <a:alpha val="60000"/>
                    </a:srgbClr>
                  </a:solidFill>
                  <a:latin typeface="Gmarket Sans Medium"/>
                </a:rPr>
                <a:t>01 Introdution</a:t>
              </a:r>
            </a:p>
          </p:txBody>
        </p:sp>
      </p:grpSp>
      <p:graphicFrame>
        <p:nvGraphicFramePr>
          <p:cNvPr id="4" name="다이어그램 3">
            <a:extLst>
              <a:ext uri="{FF2B5EF4-FFF2-40B4-BE49-F238E27FC236}">
                <a16:creationId xmlns:a16="http://schemas.microsoft.com/office/drawing/2014/main" id="{BC925900-8FF5-C325-DB43-CDF214C0BE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7946506"/>
              </p:ext>
            </p:extLst>
          </p:nvPr>
        </p:nvGraphicFramePr>
        <p:xfrm>
          <a:off x="2133600" y="3009900"/>
          <a:ext cx="14325600" cy="6324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01F25D5-4639-6A7C-B740-C035862CA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CA1FEC48-FE59-08C2-85E0-966AF2BC2EBB}"/>
              </a:ext>
            </a:extLst>
          </p:cNvPr>
          <p:cNvGrpSpPr/>
          <p:nvPr/>
        </p:nvGrpSpPr>
        <p:grpSpPr>
          <a:xfrm>
            <a:off x="1041400" y="800100"/>
            <a:ext cx="7645400" cy="1600200"/>
            <a:chOff x="1676400" y="1181100"/>
            <a:chExt cx="7645400" cy="1600200"/>
          </a:xfrm>
        </p:grpSpPr>
        <p:sp>
          <p:nvSpPr>
            <p:cNvPr id="3" name="TextBox 3"/>
            <p:cNvSpPr txBox="1"/>
            <p:nvPr/>
          </p:nvSpPr>
          <p:spPr>
            <a:xfrm>
              <a:off x="1676400" y="1498600"/>
              <a:ext cx="7645400" cy="1282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99600"/>
                </a:lnSpc>
              </a:pPr>
              <a:r>
                <a:rPr lang="ko-KR" sz="7200" b="0" i="0" u="none" strike="noStrike" spc="-200">
                  <a:solidFill>
                    <a:srgbClr val="FD9F28"/>
                  </a:solidFill>
                  <a:ea typeface="Gmarket Sans Bold"/>
                </a:rPr>
                <a:t>조직도</a:t>
              </a:r>
              <a:r>
                <a:rPr lang="en-US" sz="7200" b="0" i="0" u="none" strike="noStrike" spc="-200">
                  <a:solidFill>
                    <a:srgbClr val="FD9F28"/>
                  </a:solidFill>
                  <a:latin typeface="Gmarket Sans Bold"/>
                </a:rPr>
                <a:t> </a:t>
              </a:r>
              <a:r>
                <a:rPr lang="ko-KR" sz="7200" b="0" i="0" u="none" strike="noStrike" spc="-200">
                  <a:solidFill>
                    <a:srgbClr val="FD9F28"/>
                  </a:solidFill>
                  <a:ea typeface="Gmarket Sans Bold"/>
                </a:rPr>
                <a:t>및</a:t>
              </a:r>
              <a:r>
                <a:rPr lang="en-US" sz="7200" b="0" i="0" u="none" strike="noStrike" spc="-200">
                  <a:solidFill>
                    <a:srgbClr val="FD9F28"/>
                  </a:solidFill>
                  <a:latin typeface="Gmarket Sans Bold"/>
                </a:rPr>
                <a:t> </a:t>
              </a:r>
              <a:r>
                <a:rPr lang="ko-KR" sz="7200" b="0" i="0" u="none" strike="noStrike" spc="-200">
                  <a:solidFill>
                    <a:srgbClr val="FD9F28"/>
                  </a:solidFill>
                  <a:ea typeface="Gmarket Sans Bold"/>
                </a:rPr>
                <a:t>개발</a:t>
              </a:r>
              <a:r>
                <a:rPr lang="en-US" sz="7200" b="0" i="0" u="none" strike="noStrike" spc="-200">
                  <a:solidFill>
                    <a:srgbClr val="FD9F28"/>
                  </a:solidFill>
                  <a:latin typeface="Gmarket Sans Bold"/>
                </a:rPr>
                <a:t> </a:t>
              </a:r>
              <a:r>
                <a:rPr lang="ko-KR" sz="7200" b="0" i="0" u="none" strike="noStrike" spc="-200">
                  <a:solidFill>
                    <a:srgbClr val="FD9F28"/>
                  </a:solidFill>
                  <a:ea typeface="Gmarket Sans Bold"/>
                </a:rPr>
                <a:t>환경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676400" y="1181100"/>
              <a:ext cx="38100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107899"/>
                </a:lnSpc>
              </a:pPr>
              <a:r>
                <a:rPr lang="en-US" sz="1800" b="0" i="0" u="none" strike="noStrike">
                  <a:solidFill>
                    <a:srgbClr val="2D2D2D">
                      <a:alpha val="60000"/>
                    </a:srgbClr>
                  </a:solidFill>
                  <a:latin typeface="Gmarket Sans Medium"/>
                </a:rPr>
                <a:t>01 Introdution</a:t>
              </a: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7447DE83-5FF7-0132-7261-AE7DD63EFA1D}"/>
              </a:ext>
            </a:extLst>
          </p:cNvPr>
          <p:cNvGrpSpPr/>
          <p:nvPr/>
        </p:nvGrpSpPr>
        <p:grpSpPr>
          <a:xfrm>
            <a:off x="13638376" y="3162300"/>
            <a:ext cx="3060700" cy="5608923"/>
            <a:chOff x="13424061" y="3441699"/>
            <a:chExt cx="3060700" cy="5608923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462161" y="3441699"/>
              <a:ext cx="2984500" cy="2984500"/>
            </a:xfrm>
            <a:prstGeom prst="rect">
              <a:avLst/>
            </a:prstGeom>
          </p:spPr>
        </p:pic>
        <p:sp>
          <p:nvSpPr>
            <p:cNvPr id="6" name="TextBox 6"/>
            <p:cNvSpPr txBox="1"/>
            <p:nvPr/>
          </p:nvSpPr>
          <p:spPr>
            <a:xfrm>
              <a:off x="13424061" y="7412322"/>
              <a:ext cx="3060700" cy="546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3100" b="0" i="0" u="none" strike="noStrike">
                  <a:solidFill>
                    <a:srgbClr val="595959"/>
                  </a:solidFill>
                  <a:latin typeface="ONE Mobile OTF Bold"/>
                </a:rPr>
                <a:t>Android Studio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3430411" y="8288622"/>
              <a:ext cx="3048000" cy="762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30310"/>
                </a:lnSpc>
              </a:pPr>
              <a:r>
                <a:rPr lang="ko-KR" sz="2000" b="0" i="0" u="none" strike="noStrike" spc="-200" dirty="0">
                  <a:solidFill>
                    <a:srgbClr val="595959"/>
                  </a:solidFill>
                  <a:ea typeface="ONE Mobile OTF Regular"/>
                </a:rPr>
                <a:t>애플리케이션</a:t>
              </a:r>
              <a:r>
                <a:rPr lang="en-US" sz="2000" b="0" i="0" u="none" strike="noStrike" spc="-200" dirty="0">
                  <a:solidFill>
                    <a:srgbClr val="595959"/>
                  </a:solidFill>
                  <a:latin typeface="ONE Mobile OTF Regular"/>
                </a:rPr>
                <a:t> </a:t>
              </a:r>
              <a:r>
                <a:rPr lang="ko-KR" sz="2000" b="0" i="0" u="none" strike="noStrike" spc="-200" dirty="0">
                  <a:solidFill>
                    <a:srgbClr val="595959"/>
                  </a:solidFill>
                  <a:ea typeface="ONE Mobile OTF Regular"/>
                </a:rPr>
                <a:t>제작</a:t>
              </a:r>
            </a:p>
            <a:p>
              <a:pPr lvl="0" algn="ctr">
                <a:lnSpc>
                  <a:spcPct val="130310"/>
                </a:lnSpc>
              </a:pPr>
              <a:r>
                <a:rPr lang="en-US" sz="2000" b="0" i="0" u="none" strike="noStrike" spc="-200" dirty="0">
                  <a:solidFill>
                    <a:srgbClr val="595959"/>
                  </a:solidFill>
                  <a:latin typeface="ONE Mobile OTF Regular"/>
                </a:rPr>
                <a:t>firebase</a:t>
              </a:r>
              <a:r>
                <a:rPr lang="ko-KR" sz="2000" b="0" i="0" u="none" strike="noStrike" spc="-200" dirty="0">
                  <a:solidFill>
                    <a:srgbClr val="595959"/>
                  </a:solidFill>
                  <a:ea typeface="ONE Mobile OTF Regular"/>
                </a:rPr>
                <a:t>와</a:t>
              </a:r>
              <a:r>
                <a:rPr lang="en-US" sz="2000" b="0" i="0" u="none" strike="noStrike" spc="-200" dirty="0">
                  <a:solidFill>
                    <a:srgbClr val="595959"/>
                  </a:solidFill>
                  <a:latin typeface="ONE Mobile OTF Regular"/>
                </a:rPr>
                <a:t> </a:t>
              </a:r>
              <a:r>
                <a:rPr lang="ko-KR" sz="2000" b="0" i="0" u="none" strike="noStrike" spc="-200" dirty="0">
                  <a:solidFill>
                    <a:srgbClr val="595959"/>
                  </a:solidFill>
                  <a:ea typeface="ONE Mobile OTF Regular"/>
                </a:rPr>
                <a:t>연동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44C2F13D-D562-2C1F-EE4D-C4F719C2D42A}"/>
              </a:ext>
            </a:extLst>
          </p:cNvPr>
          <p:cNvGrpSpPr/>
          <p:nvPr/>
        </p:nvGrpSpPr>
        <p:grpSpPr>
          <a:xfrm>
            <a:off x="1752600" y="3721100"/>
            <a:ext cx="3048000" cy="5050123"/>
            <a:chOff x="1538285" y="4000499"/>
            <a:chExt cx="3048000" cy="5050123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49098" y="4000499"/>
              <a:ext cx="2826374" cy="2425700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1601785" y="7412322"/>
              <a:ext cx="2921000" cy="546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3100" b="0" i="0" u="none" strike="noStrike" dirty="0">
                  <a:solidFill>
                    <a:srgbClr val="595959"/>
                  </a:solidFill>
                  <a:latin typeface="ONE Mobile OTF Bold"/>
                </a:rPr>
                <a:t>Arduino IDE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38285" y="8288622"/>
              <a:ext cx="3048000" cy="762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30310"/>
                </a:lnSpc>
              </a:pPr>
              <a:r>
                <a:rPr lang="en-US" sz="2000" b="0" i="0" u="none" strike="noStrike" spc="-200">
                  <a:solidFill>
                    <a:srgbClr val="595959"/>
                  </a:solidFill>
                  <a:latin typeface="ONE Mobile OTF Regular"/>
                </a:rPr>
                <a:t>RFID </a:t>
              </a:r>
              <a:r>
                <a:rPr lang="ko-KR" sz="2000" b="0" i="0" u="none" strike="noStrike" spc="-200">
                  <a:solidFill>
                    <a:srgbClr val="595959"/>
                  </a:solidFill>
                  <a:ea typeface="ONE Mobile OTF Regular"/>
                </a:rPr>
                <a:t>기능</a:t>
              </a:r>
              <a:r>
                <a:rPr lang="en-US" sz="2000" b="0" i="0" u="none" strike="noStrike" spc="-200">
                  <a:solidFill>
                    <a:srgbClr val="595959"/>
                  </a:solidFill>
                  <a:latin typeface="ONE Mobile OTF Regular"/>
                </a:rPr>
                <a:t> </a:t>
              </a:r>
              <a:r>
                <a:rPr lang="ko-KR" sz="2000" b="0" i="0" u="none" strike="noStrike" spc="-200">
                  <a:solidFill>
                    <a:srgbClr val="595959"/>
                  </a:solidFill>
                  <a:ea typeface="ONE Mobile OTF Regular"/>
                </a:rPr>
                <a:t>및</a:t>
              </a:r>
              <a:r>
                <a:rPr lang="en-US" sz="2000" b="0" i="0" u="none" strike="noStrike" spc="-200">
                  <a:solidFill>
                    <a:srgbClr val="595959"/>
                  </a:solidFill>
                  <a:latin typeface="ONE Mobile OTF Regular"/>
                </a:rPr>
                <a:t> </a:t>
              </a:r>
              <a:r>
                <a:rPr lang="ko-KR" sz="2000" b="0" i="0" u="none" strike="noStrike" spc="-200">
                  <a:solidFill>
                    <a:srgbClr val="595959"/>
                  </a:solidFill>
                  <a:ea typeface="ONE Mobile OTF Regular"/>
                </a:rPr>
                <a:t>승하차</a:t>
              </a:r>
              <a:r>
                <a:rPr lang="en-US" sz="2000" b="0" i="0" u="none" strike="noStrike" spc="-200">
                  <a:solidFill>
                    <a:srgbClr val="595959"/>
                  </a:solidFill>
                  <a:latin typeface="ONE Mobile OTF Regular"/>
                </a:rPr>
                <a:t> </a:t>
              </a:r>
              <a:r>
                <a:rPr lang="ko-KR" sz="2000" b="0" i="0" u="none" strike="noStrike" spc="-200">
                  <a:solidFill>
                    <a:srgbClr val="595959"/>
                  </a:solidFill>
                  <a:ea typeface="ONE Mobile OTF Regular"/>
                </a:rPr>
                <a:t>기능</a:t>
              </a:r>
              <a:r>
                <a:rPr lang="en-US" sz="2000" b="0" i="0" u="none" strike="noStrike" spc="-200">
                  <a:solidFill>
                    <a:srgbClr val="595959"/>
                  </a:solidFill>
                  <a:latin typeface="ONE Mobile OTF Regular"/>
                </a:rPr>
                <a:t> </a:t>
              </a:r>
              <a:r>
                <a:rPr lang="ko-KR" sz="2000" b="0" i="0" u="none" strike="noStrike" spc="-200">
                  <a:solidFill>
                    <a:srgbClr val="595959"/>
                  </a:solidFill>
                  <a:ea typeface="ONE Mobile OTF Regular"/>
                </a:rPr>
                <a:t>구현</a:t>
              </a:r>
            </a:p>
            <a:p>
              <a:pPr lvl="0" algn="ctr">
                <a:lnSpc>
                  <a:spcPct val="130310"/>
                </a:lnSpc>
              </a:pPr>
              <a:r>
                <a:rPr lang="en-US" sz="2000" b="0" i="0" u="none" strike="noStrike" spc="-200">
                  <a:solidFill>
                    <a:srgbClr val="595959"/>
                  </a:solidFill>
                  <a:latin typeface="ONE Mobile OTF Regular"/>
                </a:rPr>
                <a:t>Firebase </a:t>
              </a:r>
              <a:r>
                <a:rPr lang="ko-KR" sz="2000" b="0" i="0" u="none" strike="noStrike" spc="-200">
                  <a:solidFill>
                    <a:srgbClr val="595959"/>
                  </a:solidFill>
                  <a:ea typeface="ONE Mobile OTF Regular"/>
                </a:rPr>
                <a:t>연결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CBB2E34-0210-E7DC-8B23-C32B2A31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 dirty="0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369E9834-63A0-1EFD-46B5-FB0140B4671A}"/>
              </a:ext>
            </a:extLst>
          </p:cNvPr>
          <p:cNvGrpSpPr/>
          <p:nvPr/>
        </p:nvGrpSpPr>
        <p:grpSpPr>
          <a:xfrm>
            <a:off x="9464784" y="3320425"/>
            <a:ext cx="3683000" cy="5450798"/>
            <a:chOff x="9045575" y="3599824"/>
            <a:chExt cx="3683000" cy="5450798"/>
          </a:xfrm>
        </p:grpSpPr>
        <p:sp>
          <p:nvSpPr>
            <p:cNvPr id="13" name="TextBox 13"/>
            <p:cNvSpPr txBox="1"/>
            <p:nvPr/>
          </p:nvSpPr>
          <p:spPr>
            <a:xfrm>
              <a:off x="9426575" y="7412322"/>
              <a:ext cx="2921000" cy="546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3100" b="0" i="0" u="sng" strike="noStrike" dirty="0">
                  <a:solidFill>
                    <a:srgbClr val="595959"/>
                  </a:solidFill>
                  <a:latin typeface="ONE Mobile OTF Bold"/>
                </a:rPr>
                <a:t>Firebase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45575" y="8288622"/>
              <a:ext cx="3683000" cy="762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30310"/>
                </a:lnSpc>
              </a:pPr>
              <a:r>
                <a:rPr lang="ko-KR" sz="2000" b="0" i="0" u="sng" strike="noStrike" spc="-200" dirty="0">
                  <a:solidFill>
                    <a:srgbClr val="595959"/>
                  </a:solidFill>
                  <a:latin typeface="ONE 모바일고딕 OTF Regular" panose="00000500000000000000" pitchFamily="50" charset="-127"/>
                  <a:ea typeface="ONE 모바일고딕 OTF Regular" panose="00000500000000000000" pitchFamily="50" charset="-127"/>
                </a:rPr>
                <a:t>태그</a:t>
              </a:r>
              <a:r>
                <a:rPr lang="en-US" sz="2000" b="0" i="0" u="sng" strike="noStrike" spc="-200" dirty="0">
                  <a:solidFill>
                    <a:srgbClr val="595959"/>
                  </a:solidFill>
                  <a:latin typeface="ONE 모바일고딕 OTF Regular" panose="00000500000000000000" pitchFamily="50" charset="-127"/>
                  <a:ea typeface="ONE 모바일고딕 OTF Regular" panose="00000500000000000000" pitchFamily="50" charset="-127"/>
                </a:rPr>
                <a:t> </a:t>
              </a:r>
              <a:r>
                <a:rPr lang="ko-KR" sz="2000" b="0" i="0" u="sng" strike="noStrike" spc="-200" dirty="0">
                  <a:solidFill>
                    <a:srgbClr val="595959"/>
                  </a:solidFill>
                  <a:latin typeface="ONE 모바일고딕 OTF Regular" panose="00000500000000000000" pitchFamily="50" charset="-127"/>
                  <a:ea typeface="ONE 모바일고딕 OTF Regular" panose="00000500000000000000" pitchFamily="50" charset="-127"/>
                </a:rPr>
                <a:t>값</a:t>
              </a:r>
              <a:r>
                <a:rPr lang="en-US" sz="2000" b="0" i="0" u="sng" strike="noStrike" spc="-200" dirty="0">
                  <a:solidFill>
                    <a:srgbClr val="595959"/>
                  </a:solidFill>
                  <a:latin typeface="ONE 모바일고딕 OTF Regular" panose="00000500000000000000" pitchFamily="50" charset="-127"/>
                  <a:ea typeface="ONE 모바일고딕 OTF Regular" panose="00000500000000000000" pitchFamily="50" charset="-127"/>
                </a:rPr>
                <a:t> , </a:t>
              </a:r>
              <a:r>
                <a:rPr lang="ko-KR" altLang="en-US" sz="2000" b="0" i="0" u="sng" strike="noStrike" spc="-200" dirty="0" err="1">
                  <a:solidFill>
                    <a:srgbClr val="595959"/>
                  </a:solidFill>
                  <a:latin typeface="ONE 모바일고딕 OTF Regular" panose="00000500000000000000" pitchFamily="50" charset="-127"/>
                  <a:ea typeface="ONE 모바일고딕 OTF Regular" panose="00000500000000000000" pitchFamily="50" charset="-127"/>
                </a:rPr>
                <a:t>위치값</a:t>
              </a:r>
              <a:r>
                <a:rPr lang="ko-KR" altLang="en-US" sz="2000" b="0" i="0" u="sng" strike="noStrike" spc="-200" dirty="0">
                  <a:solidFill>
                    <a:srgbClr val="595959"/>
                  </a:solidFill>
                  <a:latin typeface="ONE 모바일고딕 OTF Regular" panose="00000500000000000000" pitchFamily="50" charset="-127"/>
                  <a:ea typeface="ONE 모바일고딕 OTF Regular" panose="00000500000000000000" pitchFamily="50" charset="-127"/>
                </a:rPr>
                <a:t> </a:t>
              </a:r>
              <a:r>
                <a:rPr lang="ko-KR" sz="2000" b="0" i="0" u="sng" strike="noStrike" spc="-200" dirty="0">
                  <a:solidFill>
                    <a:srgbClr val="595959"/>
                  </a:solidFill>
                  <a:latin typeface="ONE 모바일고딕 OTF Regular" panose="00000500000000000000" pitchFamily="50" charset="-127"/>
                  <a:ea typeface="ONE 모바일고딕 OTF Regular" panose="00000500000000000000" pitchFamily="50" charset="-127"/>
                </a:rPr>
                <a:t>저장</a:t>
              </a:r>
            </a:p>
            <a:p>
              <a:pPr lvl="0" algn="ctr">
                <a:lnSpc>
                  <a:spcPct val="130310"/>
                </a:lnSpc>
              </a:pPr>
              <a:r>
                <a:rPr lang="en-US" sz="2000" b="0" i="0" u="sng" strike="noStrike" spc="-200" dirty="0">
                  <a:solidFill>
                    <a:srgbClr val="595959"/>
                  </a:solidFill>
                  <a:latin typeface="ONE 모바일고딕 OTF Regular" panose="00000500000000000000" pitchFamily="50" charset="-127"/>
                  <a:ea typeface="ONE 모바일고딕 OTF Regular" panose="00000500000000000000" pitchFamily="50" charset="-127"/>
                </a:rPr>
                <a:t>Android Studio</a:t>
              </a:r>
              <a:r>
                <a:rPr lang="ko-KR" sz="2000" b="0" i="0" u="sng" strike="noStrike" spc="-200" dirty="0">
                  <a:solidFill>
                    <a:srgbClr val="595959"/>
                  </a:solidFill>
                  <a:latin typeface="ONE 모바일고딕 OTF Regular" panose="00000500000000000000" pitchFamily="50" charset="-127"/>
                  <a:ea typeface="ONE 모바일고딕 OTF Regular" panose="00000500000000000000" pitchFamily="50" charset="-127"/>
                </a:rPr>
                <a:t>로</a:t>
              </a:r>
              <a:r>
                <a:rPr lang="en-US" sz="2000" b="0" i="0" u="sng" strike="noStrike" spc="-200" dirty="0">
                  <a:solidFill>
                    <a:srgbClr val="595959"/>
                  </a:solidFill>
                  <a:latin typeface="ONE 모바일고딕 OTF Regular" panose="00000500000000000000" pitchFamily="50" charset="-127"/>
                  <a:ea typeface="ONE 모바일고딕 OTF Regular" panose="00000500000000000000" pitchFamily="50" charset="-127"/>
                </a:rPr>
                <a:t> </a:t>
              </a:r>
              <a:r>
                <a:rPr lang="ko-KR" sz="2000" b="0" i="0" u="sng" strike="noStrike" spc="-200" dirty="0">
                  <a:solidFill>
                    <a:srgbClr val="595959"/>
                  </a:solidFill>
                  <a:latin typeface="ONE 모바일고딕 OTF Regular" panose="00000500000000000000" pitchFamily="50" charset="-127"/>
                  <a:ea typeface="ONE 모바일고딕 OTF Regular" panose="00000500000000000000" pitchFamily="50" charset="-127"/>
                </a:rPr>
                <a:t>저장된</a:t>
              </a:r>
              <a:r>
                <a:rPr lang="en-US" sz="2000" b="0" i="0" u="sng" strike="noStrike" spc="-200" dirty="0">
                  <a:solidFill>
                    <a:srgbClr val="595959"/>
                  </a:solidFill>
                  <a:latin typeface="ONE 모바일고딕 OTF Regular" panose="00000500000000000000" pitchFamily="50" charset="-127"/>
                  <a:ea typeface="ONE 모바일고딕 OTF Regular" panose="00000500000000000000" pitchFamily="50" charset="-127"/>
                </a:rPr>
                <a:t> </a:t>
              </a:r>
              <a:r>
                <a:rPr lang="ko-KR" sz="2000" b="0" i="0" u="sng" strike="noStrike" spc="-200" dirty="0">
                  <a:solidFill>
                    <a:srgbClr val="595959"/>
                  </a:solidFill>
                  <a:latin typeface="ONE 모바일고딕 OTF Regular" panose="00000500000000000000" pitchFamily="50" charset="-127"/>
                  <a:ea typeface="ONE 모바일고딕 OTF Regular" panose="00000500000000000000" pitchFamily="50" charset="-127"/>
                </a:rPr>
                <a:t>정보</a:t>
              </a:r>
              <a:r>
                <a:rPr lang="en-US" sz="2000" b="0" i="0" u="sng" strike="noStrike" spc="-200" dirty="0">
                  <a:solidFill>
                    <a:srgbClr val="595959"/>
                  </a:solidFill>
                  <a:latin typeface="ONE 모바일고딕 OTF Regular" panose="00000500000000000000" pitchFamily="50" charset="-127"/>
                  <a:ea typeface="ONE 모바일고딕 OTF Regular" panose="00000500000000000000" pitchFamily="50" charset="-127"/>
                </a:rPr>
                <a:t> </a:t>
              </a:r>
              <a:r>
                <a:rPr lang="ko-KR" sz="2000" b="0" i="0" u="sng" strike="noStrike" spc="-200" dirty="0">
                  <a:solidFill>
                    <a:srgbClr val="595959"/>
                  </a:solidFill>
                  <a:latin typeface="ONE 모바일고딕 OTF Regular" panose="00000500000000000000" pitchFamily="50" charset="-127"/>
                  <a:ea typeface="ONE 모바일고딕 OTF Regular" panose="00000500000000000000" pitchFamily="50" charset="-127"/>
                </a:rPr>
                <a:t>전달</a:t>
              </a:r>
            </a:p>
          </p:txBody>
        </p:sp>
        <p:pic>
          <p:nvPicPr>
            <p:cNvPr id="1026" name="Picture 2" descr="Firebase png images | PNGWing">
              <a:extLst>
                <a:ext uri="{FF2B5EF4-FFF2-40B4-BE49-F238E27FC236}">
                  <a16:creationId xmlns:a16="http://schemas.microsoft.com/office/drawing/2014/main" id="{2FEBC29B-CA70-BB63-F3C4-7252329721C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967" t="11477" r="7104" b="9041"/>
            <a:stretch/>
          </p:blipFill>
          <p:spPr bwMode="auto">
            <a:xfrm>
              <a:off x="9394825" y="3599824"/>
              <a:ext cx="2984500" cy="28263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BAC8C05-92F6-C99E-8E49-1C1590A23229}"/>
              </a:ext>
            </a:extLst>
          </p:cNvPr>
          <p:cNvGrpSpPr/>
          <p:nvPr/>
        </p:nvGrpSpPr>
        <p:grpSpPr>
          <a:xfrm>
            <a:off x="5486400" y="3590613"/>
            <a:ext cx="3683000" cy="5180610"/>
            <a:chOff x="5157787" y="3870012"/>
            <a:chExt cx="3683000" cy="5180610"/>
          </a:xfrm>
        </p:grpSpPr>
        <p:sp>
          <p:nvSpPr>
            <p:cNvPr id="16" name="TextBox 14">
              <a:extLst>
                <a:ext uri="{FF2B5EF4-FFF2-40B4-BE49-F238E27FC236}">
                  <a16:creationId xmlns:a16="http://schemas.microsoft.com/office/drawing/2014/main" id="{75ECF333-0B8E-E6D7-ED16-8559F8A380DF}"/>
                </a:ext>
              </a:extLst>
            </p:cNvPr>
            <p:cNvSpPr txBox="1"/>
            <p:nvPr/>
          </p:nvSpPr>
          <p:spPr>
            <a:xfrm>
              <a:off x="5157787" y="8288622"/>
              <a:ext cx="3683000" cy="762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30310"/>
                </a:lnSpc>
              </a:pPr>
              <a:r>
                <a:rPr lang="ko-KR" altLang="en-US" sz="2000" spc="-200" dirty="0">
                  <a:solidFill>
                    <a:srgbClr val="595959"/>
                  </a:solidFill>
                  <a:ea typeface="ONE Mobile OTF Regular"/>
                </a:rPr>
                <a:t>실시간 위치 정보 제공</a:t>
              </a:r>
              <a:endParaRPr lang="ko-KR" sz="2000" b="0" i="0" strike="noStrike" spc="-200" dirty="0">
                <a:solidFill>
                  <a:srgbClr val="595959"/>
                </a:solidFill>
                <a:ea typeface="ONE Mobile OTF Regular"/>
              </a:endParaRPr>
            </a:p>
          </p:txBody>
        </p:sp>
        <p:sp>
          <p:nvSpPr>
            <p:cNvPr id="17" name="TextBox 13">
              <a:extLst>
                <a:ext uri="{FF2B5EF4-FFF2-40B4-BE49-F238E27FC236}">
                  <a16:creationId xmlns:a16="http://schemas.microsoft.com/office/drawing/2014/main" id="{FBA43BBF-3199-A721-B153-7F99AD66BFA2}"/>
                </a:ext>
              </a:extLst>
            </p:cNvPr>
            <p:cNvSpPr txBox="1"/>
            <p:nvPr/>
          </p:nvSpPr>
          <p:spPr>
            <a:xfrm>
              <a:off x="5538787" y="7412322"/>
              <a:ext cx="2921000" cy="546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ko-KR" altLang="en-US" sz="3100">
                  <a:solidFill>
                    <a:srgbClr val="595959"/>
                  </a:solidFill>
                  <a:latin typeface="ONE Mobile OTF Bold" panose="00000800000000000000" pitchFamily="50" charset="-127"/>
                  <a:ea typeface="ONE Mobile OTF Bold" panose="00000800000000000000" pitchFamily="50" charset="-127"/>
                </a:rPr>
                <a:t>구글맵</a:t>
              </a:r>
              <a:r>
                <a:rPr lang="en-US" altLang="ko-KR" sz="3100" b="0" i="0" u="none" strike="noStrike">
                  <a:solidFill>
                    <a:srgbClr val="595959"/>
                  </a:solidFill>
                  <a:latin typeface="ONE Mobile OTF Bold" panose="00000800000000000000" pitchFamily="50" charset="-127"/>
                  <a:ea typeface="ONE Mobile OTF Bold" panose="00000800000000000000" pitchFamily="50" charset="-127"/>
                </a:rPr>
                <a:t> Api</a:t>
              </a:r>
              <a:endParaRPr lang="en-US" altLang="ko-KR" sz="3100" b="0" i="0" u="none" strike="noStrike" dirty="0">
                <a:solidFill>
                  <a:srgbClr val="595959"/>
                </a:solidFill>
                <a:latin typeface="ONE Mobile OTF Bold" panose="00000800000000000000" pitchFamily="50" charset="-127"/>
                <a:ea typeface="ONE Mobile OTF Bold" panose="00000800000000000000" pitchFamily="50" charset="-127"/>
              </a:endParaRPr>
            </a:p>
          </p:txBody>
        </p:sp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FC9B5EC1-A60C-2C92-02BB-7DC77248740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86100" y="3870012"/>
              <a:ext cx="2826374" cy="282637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76DEFA38-8C31-A23C-B198-C4C4DA5A49AF}"/>
              </a:ext>
            </a:extLst>
          </p:cNvPr>
          <p:cNvGrpSpPr/>
          <p:nvPr/>
        </p:nvGrpSpPr>
        <p:grpSpPr>
          <a:xfrm>
            <a:off x="1066800" y="800100"/>
            <a:ext cx="6273800" cy="1600200"/>
            <a:chOff x="1676400" y="1181100"/>
            <a:chExt cx="6273800" cy="1600200"/>
          </a:xfrm>
        </p:grpSpPr>
        <p:sp>
          <p:nvSpPr>
            <p:cNvPr id="3" name="TextBox 3"/>
            <p:cNvSpPr txBox="1"/>
            <p:nvPr/>
          </p:nvSpPr>
          <p:spPr>
            <a:xfrm>
              <a:off x="1676400" y="1498600"/>
              <a:ext cx="6273800" cy="1282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99600"/>
                </a:lnSpc>
              </a:pPr>
              <a:r>
                <a:rPr lang="ko-KR" sz="7200" b="0" i="0" u="none" strike="noStrike" spc="-200">
                  <a:solidFill>
                    <a:srgbClr val="FD9F28"/>
                  </a:solidFill>
                  <a:ea typeface="Gmarket Sans Bold"/>
                </a:rPr>
                <a:t>프로젝트</a:t>
              </a:r>
              <a:r>
                <a:rPr lang="en-US" sz="7200" b="0" i="0" u="none" strike="noStrike" spc="-200">
                  <a:solidFill>
                    <a:srgbClr val="FD9F28"/>
                  </a:solidFill>
                  <a:latin typeface="Gmarket Sans Bold"/>
                </a:rPr>
                <a:t> </a:t>
              </a:r>
              <a:r>
                <a:rPr lang="ko-KR" sz="7200" b="0" i="0" u="none" strike="noStrike" spc="-200">
                  <a:solidFill>
                    <a:srgbClr val="FD9F28"/>
                  </a:solidFill>
                  <a:ea typeface="Gmarket Sans Bold"/>
                </a:rPr>
                <a:t>진행률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676400" y="1181100"/>
              <a:ext cx="38100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107899"/>
                </a:lnSpc>
              </a:pPr>
              <a:r>
                <a:rPr lang="en-US" sz="1800" b="0" i="0" u="none" strike="noStrike">
                  <a:solidFill>
                    <a:srgbClr val="2D2D2D">
                      <a:alpha val="60000"/>
                    </a:srgbClr>
                  </a:solidFill>
                  <a:latin typeface="Gmarket Sans Medium"/>
                </a:rPr>
                <a:t>01 Introdution</a:t>
              </a:r>
            </a:p>
          </p:txBody>
        </p: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2DC78D9-7D3C-EABA-EEAD-6DFF951A2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0C0F504-0F2C-E38B-72AA-BF58E1BEC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900" y="2392680"/>
            <a:ext cx="12268200" cy="7575359"/>
          </a:xfrm>
          <a:prstGeom prst="rect">
            <a:avLst/>
          </a:prstGeom>
        </p:spPr>
      </p:pic>
      <p:sp>
        <p:nvSpPr>
          <p:cNvPr id="11" name="TextBox 8">
            <a:extLst>
              <a:ext uri="{FF2B5EF4-FFF2-40B4-BE49-F238E27FC236}">
                <a16:creationId xmlns:a16="http://schemas.microsoft.com/office/drawing/2014/main" id="{35935085-52FC-0726-8CC8-30BAF1DA2D48}"/>
              </a:ext>
            </a:extLst>
          </p:cNvPr>
          <p:cNvSpPr txBox="1"/>
          <p:nvPr/>
        </p:nvSpPr>
        <p:spPr>
          <a:xfrm>
            <a:off x="7543800" y="1570990"/>
            <a:ext cx="73025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3200" b="0" i="0" u="none" strike="noStrike">
                <a:solidFill>
                  <a:srgbClr val="2D2D2D"/>
                </a:solidFill>
                <a:ea typeface="Gmarket Sans Medium"/>
              </a:rPr>
              <a:t>프로젝트 일정표</a:t>
            </a:r>
            <a:endParaRPr lang="ko-KR" sz="3200" b="0" i="0" u="none" strike="noStrike" dirty="0">
              <a:solidFill>
                <a:srgbClr val="2D2D2D"/>
              </a:solidFill>
              <a:ea typeface="Gmarket Sans Medium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6F521B7-8FA4-6936-1AE5-0190003EB43C}"/>
              </a:ext>
            </a:extLst>
          </p:cNvPr>
          <p:cNvSpPr/>
          <p:nvPr/>
        </p:nvSpPr>
        <p:spPr>
          <a:xfrm>
            <a:off x="7239000" y="3141979"/>
            <a:ext cx="1219200" cy="68260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400300"/>
            <a:ext cx="15582224" cy="7391400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504ABBE4-89B1-2C90-A1F2-72AAF5BDE41E}"/>
              </a:ext>
            </a:extLst>
          </p:cNvPr>
          <p:cNvGrpSpPr/>
          <p:nvPr/>
        </p:nvGrpSpPr>
        <p:grpSpPr>
          <a:xfrm>
            <a:off x="1066800" y="800100"/>
            <a:ext cx="6273800" cy="1600200"/>
            <a:chOff x="1676400" y="1181100"/>
            <a:chExt cx="6273800" cy="1600200"/>
          </a:xfrm>
        </p:grpSpPr>
        <p:sp>
          <p:nvSpPr>
            <p:cNvPr id="3" name="TextBox 3"/>
            <p:cNvSpPr txBox="1"/>
            <p:nvPr/>
          </p:nvSpPr>
          <p:spPr>
            <a:xfrm>
              <a:off x="1676400" y="1498600"/>
              <a:ext cx="6273800" cy="1282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99600"/>
                </a:lnSpc>
              </a:pPr>
              <a:r>
                <a:rPr lang="ko-KR" sz="7200" b="0" i="0" u="none" strike="noStrike" spc="-200">
                  <a:solidFill>
                    <a:srgbClr val="FD9F28"/>
                  </a:solidFill>
                  <a:ea typeface="Gmarket Sans Bold"/>
                </a:rPr>
                <a:t>프로젝트</a:t>
              </a:r>
              <a:r>
                <a:rPr lang="en-US" sz="7200" b="0" i="0" u="none" strike="noStrike" spc="-200">
                  <a:solidFill>
                    <a:srgbClr val="FD9F28"/>
                  </a:solidFill>
                  <a:latin typeface="Gmarket Sans Bold"/>
                </a:rPr>
                <a:t> </a:t>
              </a:r>
              <a:r>
                <a:rPr lang="ko-KR" sz="7200" b="0" i="0" u="none" strike="noStrike" spc="-200">
                  <a:solidFill>
                    <a:srgbClr val="FD9F28"/>
                  </a:solidFill>
                  <a:ea typeface="Gmarket Sans Bold"/>
                </a:rPr>
                <a:t>진행률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676400" y="1181100"/>
              <a:ext cx="38100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107899"/>
                </a:lnSpc>
              </a:pPr>
              <a:r>
                <a:rPr lang="en-US" sz="1800" b="0" i="0" u="none" strike="noStrike">
                  <a:solidFill>
                    <a:srgbClr val="2D2D2D">
                      <a:alpha val="60000"/>
                    </a:srgbClr>
                  </a:solidFill>
                  <a:latin typeface="Gmarket Sans Medium"/>
                </a:rPr>
                <a:t>01 Introdution</a:t>
              </a:r>
            </a:p>
          </p:txBody>
        </p: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FAD1043-5652-3DC2-774F-E83EEA85C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52BFD597-CA11-7BDE-F532-4D7343508A76}"/>
              </a:ext>
            </a:extLst>
          </p:cNvPr>
          <p:cNvSpPr txBox="1"/>
          <p:nvPr/>
        </p:nvSpPr>
        <p:spPr>
          <a:xfrm>
            <a:off x="7543800" y="1570990"/>
            <a:ext cx="7302500" cy="36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3200" b="0" i="0" u="none" strike="noStrike" dirty="0" err="1">
                <a:solidFill>
                  <a:srgbClr val="2D2D2D"/>
                </a:solidFill>
                <a:ea typeface="Gmarket Sans Medium"/>
              </a:rPr>
              <a:t>간트</a:t>
            </a:r>
            <a:r>
              <a:rPr lang="ko-KR" altLang="en-US" sz="3200" b="0" i="0" u="none" strike="noStrike" dirty="0">
                <a:solidFill>
                  <a:srgbClr val="2D2D2D"/>
                </a:solidFill>
                <a:ea typeface="Gmarket Sans Medium"/>
              </a:rPr>
              <a:t> 차트</a:t>
            </a:r>
            <a:endParaRPr lang="ko-KR" sz="3200" b="0" i="0" u="none" strike="noStrike" dirty="0">
              <a:solidFill>
                <a:srgbClr val="2D2D2D"/>
              </a:solidFill>
              <a:ea typeface="Gmarket Sans Medium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E9E7711-BB90-BE06-C33A-771D158FAF8A}"/>
              </a:ext>
            </a:extLst>
          </p:cNvPr>
          <p:cNvSpPr/>
          <p:nvPr/>
        </p:nvSpPr>
        <p:spPr>
          <a:xfrm>
            <a:off x="7340600" y="3390900"/>
            <a:ext cx="2032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F508A16-83E3-9E21-09D9-EA0B3F87193D}"/>
              </a:ext>
            </a:extLst>
          </p:cNvPr>
          <p:cNvSpPr/>
          <p:nvPr/>
        </p:nvSpPr>
        <p:spPr>
          <a:xfrm>
            <a:off x="7696200" y="3771900"/>
            <a:ext cx="2032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AFBB94C-46EC-4C80-D9E4-80EB89DB47E3}"/>
              </a:ext>
            </a:extLst>
          </p:cNvPr>
          <p:cNvSpPr/>
          <p:nvPr/>
        </p:nvSpPr>
        <p:spPr>
          <a:xfrm>
            <a:off x="9448800" y="4152900"/>
            <a:ext cx="2032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53574F2-2662-BD10-AD05-0E1CEE53E2B6}"/>
              </a:ext>
            </a:extLst>
          </p:cNvPr>
          <p:cNvSpPr/>
          <p:nvPr/>
        </p:nvSpPr>
        <p:spPr>
          <a:xfrm>
            <a:off x="9829800" y="4415790"/>
            <a:ext cx="2032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CF21D3B-3F82-BCD5-CFB1-F2DCDC61ABA3}"/>
              </a:ext>
            </a:extLst>
          </p:cNvPr>
          <p:cNvSpPr/>
          <p:nvPr/>
        </p:nvSpPr>
        <p:spPr>
          <a:xfrm>
            <a:off x="10179050" y="4869180"/>
            <a:ext cx="2032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8B0F8A9-332E-EE27-1A98-B8D4A5E16558}"/>
              </a:ext>
            </a:extLst>
          </p:cNvPr>
          <p:cNvSpPr/>
          <p:nvPr/>
        </p:nvSpPr>
        <p:spPr>
          <a:xfrm>
            <a:off x="10179050" y="5212080"/>
            <a:ext cx="2032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B24CB56-43AF-4240-9862-881B02B2FA7E}"/>
              </a:ext>
            </a:extLst>
          </p:cNvPr>
          <p:cNvSpPr/>
          <p:nvPr/>
        </p:nvSpPr>
        <p:spPr>
          <a:xfrm>
            <a:off x="12221936" y="5593080"/>
            <a:ext cx="2032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24ADC0F-26E0-E1AC-ADD5-7A5FC508EF24}"/>
              </a:ext>
            </a:extLst>
          </p:cNvPr>
          <p:cNvSpPr/>
          <p:nvPr/>
        </p:nvSpPr>
        <p:spPr>
          <a:xfrm>
            <a:off x="14264822" y="5979523"/>
            <a:ext cx="2032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F878881-9733-DD11-F52C-2A11874C0C07}"/>
              </a:ext>
            </a:extLst>
          </p:cNvPr>
          <p:cNvSpPr/>
          <p:nvPr/>
        </p:nvSpPr>
        <p:spPr>
          <a:xfrm>
            <a:off x="11480800" y="6324600"/>
            <a:ext cx="2032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838C637-9278-0FF2-4054-D9C9CDA1D416}"/>
              </a:ext>
            </a:extLst>
          </p:cNvPr>
          <p:cNvSpPr/>
          <p:nvPr/>
        </p:nvSpPr>
        <p:spPr>
          <a:xfrm>
            <a:off x="11173279" y="6732814"/>
            <a:ext cx="2032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83E31FB-8780-219B-E03B-FB0CBE42E2E6}"/>
              </a:ext>
            </a:extLst>
          </p:cNvPr>
          <p:cNvSpPr/>
          <p:nvPr/>
        </p:nvSpPr>
        <p:spPr>
          <a:xfrm>
            <a:off x="12464143" y="7122523"/>
            <a:ext cx="2032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048F146-C69A-E1C0-4BC5-F40A138C62B4}"/>
              </a:ext>
            </a:extLst>
          </p:cNvPr>
          <p:cNvSpPr/>
          <p:nvPr/>
        </p:nvSpPr>
        <p:spPr>
          <a:xfrm>
            <a:off x="12496800" y="7434943"/>
            <a:ext cx="20320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43FA45B-9CC4-3D3A-C7A5-7C1C40892996}"/>
              </a:ext>
            </a:extLst>
          </p:cNvPr>
          <p:cNvSpPr/>
          <p:nvPr/>
        </p:nvSpPr>
        <p:spPr>
          <a:xfrm>
            <a:off x="15265400" y="7815943"/>
            <a:ext cx="1031422" cy="4136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1E82322-2544-D895-9042-FB8DBD8F635A}"/>
              </a:ext>
            </a:extLst>
          </p:cNvPr>
          <p:cNvSpPr/>
          <p:nvPr/>
        </p:nvSpPr>
        <p:spPr>
          <a:xfrm>
            <a:off x="11513457" y="8022771"/>
            <a:ext cx="1031422" cy="4136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58F9A9F-C65D-4FFB-1F62-1381FBE057FA}"/>
              </a:ext>
            </a:extLst>
          </p:cNvPr>
          <p:cNvSpPr/>
          <p:nvPr/>
        </p:nvSpPr>
        <p:spPr>
          <a:xfrm>
            <a:off x="10330089" y="8509181"/>
            <a:ext cx="1031422" cy="4136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E19BE1C-D329-035F-8337-85350969E5FA}"/>
              </a:ext>
            </a:extLst>
          </p:cNvPr>
          <p:cNvSpPr/>
          <p:nvPr/>
        </p:nvSpPr>
        <p:spPr>
          <a:xfrm>
            <a:off x="12954000" y="8960031"/>
            <a:ext cx="769711" cy="4136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8865C85-CCF3-39E8-AD69-33FE9C0B8C24}"/>
              </a:ext>
            </a:extLst>
          </p:cNvPr>
          <p:cNvSpPr/>
          <p:nvPr/>
        </p:nvSpPr>
        <p:spPr>
          <a:xfrm>
            <a:off x="15396255" y="9357359"/>
            <a:ext cx="769711" cy="4136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C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469900"/>
            <a:ext cx="17614900" cy="93472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5956300" y="3098800"/>
            <a:ext cx="6553200" cy="402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7029"/>
              </a:lnSpc>
            </a:pPr>
            <a:r>
              <a:rPr lang="en-US" sz="7100" b="0" i="0" u="none" strike="noStrike" dirty="0">
                <a:solidFill>
                  <a:srgbClr val="FD9F28"/>
                </a:solidFill>
                <a:latin typeface="Gmarket Sans Bold" panose="020B0600000101010101" charset="-127"/>
                <a:ea typeface="Gmarket Sans Bold" panose="020B0600000101010101" charset="-127"/>
              </a:rPr>
              <a:t>02. Problem</a:t>
            </a:r>
          </a:p>
          <a:p>
            <a:pPr marL="914400" lvl="0" indent="-914400">
              <a:lnSpc>
                <a:spcPct val="117029"/>
              </a:lnSpc>
              <a:buFont typeface="+mj-lt"/>
              <a:buAutoNum type="arabicPeriod"/>
            </a:pPr>
            <a:r>
              <a:rPr lang="ko-KR" sz="4600" b="0" i="0" u="none" strike="noStrike" dirty="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문제</a:t>
            </a:r>
            <a:r>
              <a:rPr lang="en-US" sz="4600" b="0" i="0" u="none" strike="noStrike" dirty="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sz="4600" b="0" i="0" u="none" strike="noStrike" dirty="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분석</a:t>
            </a:r>
          </a:p>
          <a:p>
            <a:pPr marL="914400" lvl="0" indent="-914400">
              <a:lnSpc>
                <a:spcPct val="117029"/>
              </a:lnSpc>
              <a:buFont typeface="+mj-lt"/>
              <a:buAutoNum type="arabicPeriod"/>
            </a:pPr>
            <a:r>
              <a:rPr lang="en-US" sz="4600" b="0" i="0" u="none" strike="noStrike" dirty="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Why</a:t>
            </a:r>
          </a:p>
          <a:p>
            <a:pPr marL="914400" lvl="0" indent="-914400">
              <a:lnSpc>
                <a:spcPct val="117029"/>
              </a:lnSpc>
              <a:buFont typeface="+mj-lt"/>
              <a:buAutoNum type="arabicPeriod"/>
            </a:pPr>
            <a:r>
              <a:rPr lang="en-US" sz="4600" b="0" i="0" u="none" strike="noStrike" dirty="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What's Solution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CC31A3-FD9D-4B77-FF05-025ED8AF6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7055A036-41A7-3FF4-38D9-AF119B2F7AC8}"/>
              </a:ext>
            </a:extLst>
          </p:cNvPr>
          <p:cNvGrpSpPr/>
          <p:nvPr/>
        </p:nvGrpSpPr>
        <p:grpSpPr>
          <a:xfrm>
            <a:off x="1372870" y="3009900"/>
            <a:ext cx="10438130" cy="2819400"/>
            <a:chOff x="1346200" y="2684780"/>
            <a:chExt cx="8597900" cy="2413000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43C843B9-C98A-11D7-5CFC-783E5511360A}"/>
                </a:ext>
              </a:extLst>
            </p:cNvPr>
            <p:cNvGrpSpPr/>
            <p:nvPr/>
          </p:nvGrpSpPr>
          <p:grpSpPr>
            <a:xfrm>
              <a:off x="1346200" y="2684780"/>
              <a:ext cx="8242300" cy="2413000"/>
              <a:chOff x="1016000" y="3035300"/>
              <a:chExt cx="8242300" cy="2413000"/>
            </a:xfrm>
          </p:grpSpPr>
          <p:pic>
            <p:nvPicPr>
              <p:cNvPr id="14" name="Picture 14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16000" y="3035300"/>
                <a:ext cx="8242300" cy="2044700"/>
              </a:xfrm>
              <a:prstGeom prst="rect">
                <a:avLst/>
              </a:prstGeom>
            </p:spPr>
          </p:pic>
          <p:sp>
            <p:nvSpPr>
              <p:cNvPr id="15" name="TextBox 15"/>
              <p:cNvSpPr txBox="1"/>
              <p:nvPr/>
            </p:nvSpPr>
            <p:spPr>
              <a:xfrm>
                <a:off x="1054100" y="5080000"/>
                <a:ext cx="4203700" cy="368300"/>
              </a:xfrm>
              <a:prstGeom prst="rect">
                <a:avLst/>
              </a:prstGeom>
            </p:spPr>
            <p:txBody>
              <a:bodyPr lIns="0" tIns="0" rIns="0" bIns="0" rtlCol="0" anchor="t"/>
              <a:lstStyle/>
              <a:p>
                <a:pPr lvl="0" algn="l">
                  <a:lnSpc>
                    <a:spcPct val="116199"/>
                  </a:lnSpc>
                </a:pPr>
                <a:r>
                  <a:rPr lang="en-US" sz="1000" b="0" i="0" u="none" strike="noStrike" dirty="0">
                    <a:solidFill>
                      <a:srgbClr val="000000"/>
                    </a:solidFill>
                    <a:latin typeface="Gmarket Sans Medium" panose="020B0600000101010101" charset="-127"/>
                  </a:rPr>
                  <a:t>[2] </a:t>
                </a:r>
                <a:r>
                  <a:rPr lang="ko-KR" sz="1000" b="0" i="0" u="none" strike="noStrike" dirty="0">
                    <a:solidFill>
                      <a:srgbClr val="000000"/>
                    </a:solidFill>
                    <a:ea typeface="Gmarket Sans Medium" panose="020B0600000101010101" charset="-127"/>
                  </a:rPr>
                  <a:t>대전일보</a:t>
                </a:r>
              </a:p>
              <a:p>
                <a:pPr lvl="0" algn="l">
                  <a:lnSpc>
                    <a:spcPct val="116199"/>
                  </a:lnSpc>
                </a:pPr>
                <a:r>
                  <a:rPr lang="en-US" sz="1000" b="0" i="0" u="none" strike="noStrike" dirty="0">
                    <a:solidFill>
                      <a:srgbClr val="000000"/>
                    </a:solidFill>
                    <a:latin typeface="Gmarket Sans Medium" panose="020B0600000101010101" charset="-127"/>
                  </a:rPr>
                  <a:t>http://www.daejonilbo.com/news/articleView.html?idxno=2018269</a:t>
                </a:r>
              </a:p>
            </p:txBody>
          </p:sp>
        </p:grpSp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47100" y="4029710"/>
              <a:ext cx="1397000" cy="876300"/>
            </a:xfrm>
            <a:prstGeom prst="rect">
              <a:avLst/>
            </a:prstGeom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D12E587E-3DAF-D682-60C6-EAC36413B12D}"/>
              </a:ext>
            </a:extLst>
          </p:cNvPr>
          <p:cNvGrpSpPr/>
          <p:nvPr/>
        </p:nvGrpSpPr>
        <p:grpSpPr>
          <a:xfrm>
            <a:off x="1066800" y="800100"/>
            <a:ext cx="10528300" cy="1422400"/>
            <a:chOff x="1193800" y="1295400"/>
            <a:chExt cx="10528300" cy="1422400"/>
          </a:xfrm>
        </p:grpSpPr>
        <p:sp>
          <p:nvSpPr>
            <p:cNvPr id="2" name="TextBox 2"/>
            <p:cNvSpPr txBox="1"/>
            <p:nvPr/>
          </p:nvSpPr>
          <p:spPr>
            <a:xfrm>
              <a:off x="4394200" y="2057728"/>
              <a:ext cx="7327900" cy="330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116199"/>
                </a:lnSpc>
              </a:pPr>
              <a:r>
                <a:rPr lang="ko-KR" sz="3200" b="0" i="0" u="none" strike="noStrike" dirty="0">
                  <a:solidFill>
                    <a:srgbClr val="2D2D2D"/>
                  </a:solidFill>
                  <a:ea typeface="Gmarket Sans Medium"/>
                </a:rPr>
                <a:t>매년</a:t>
              </a:r>
              <a:r>
                <a:rPr lang="en-US" sz="3200" b="0" i="0" u="none" strike="noStrike" dirty="0">
                  <a:solidFill>
                    <a:srgbClr val="2D2D2D"/>
                  </a:solidFill>
                  <a:latin typeface="Gmarket Sans Medium"/>
                </a:rPr>
                <a:t> </a:t>
              </a:r>
              <a:r>
                <a:rPr lang="ko-KR" sz="3200" b="0" i="0" u="none" strike="noStrike" dirty="0">
                  <a:solidFill>
                    <a:srgbClr val="2D2D2D"/>
                  </a:solidFill>
                  <a:ea typeface="Gmarket Sans Medium"/>
                </a:rPr>
                <a:t>발생하는</a:t>
              </a:r>
              <a:r>
                <a:rPr lang="en-US" sz="3200" b="0" i="0" u="none" strike="noStrike" dirty="0">
                  <a:solidFill>
                    <a:srgbClr val="2D2D2D"/>
                  </a:solidFill>
                  <a:latin typeface="Gmarket Sans Medium"/>
                </a:rPr>
                <a:t> </a:t>
              </a:r>
              <a:r>
                <a:rPr lang="ko-KR" sz="3200" b="0" i="0" u="none" strike="noStrike" dirty="0">
                  <a:solidFill>
                    <a:srgbClr val="2D2D2D"/>
                  </a:solidFill>
                  <a:ea typeface="Gmarket Sans Medium"/>
                </a:rPr>
                <a:t>차량</a:t>
              </a:r>
              <a:r>
                <a:rPr lang="en-US" sz="3200" b="0" i="0" u="none" strike="noStrike" dirty="0">
                  <a:solidFill>
                    <a:srgbClr val="2D2D2D"/>
                  </a:solidFill>
                  <a:latin typeface="Gmarket Sans Medium"/>
                </a:rPr>
                <a:t> </a:t>
              </a:r>
              <a:r>
                <a:rPr lang="ko-KR" sz="3200" b="0" i="0" u="none" strike="noStrike" dirty="0">
                  <a:solidFill>
                    <a:srgbClr val="2D2D2D"/>
                  </a:solidFill>
                  <a:ea typeface="Gmarket Sans Medium"/>
                </a:rPr>
                <a:t>갇힘</a:t>
              </a:r>
              <a:r>
                <a:rPr lang="en-US" sz="3200" b="0" i="0" u="none" strike="noStrike" dirty="0">
                  <a:solidFill>
                    <a:srgbClr val="2D2D2D"/>
                  </a:solidFill>
                  <a:latin typeface="Gmarket Sans Medium"/>
                </a:rPr>
                <a:t> </a:t>
              </a:r>
              <a:r>
                <a:rPr lang="ko-KR" sz="3200" b="0" i="0" u="none" strike="noStrike" dirty="0">
                  <a:solidFill>
                    <a:srgbClr val="2D2D2D"/>
                  </a:solidFill>
                  <a:ea typeface="Gmarket Sans Medium"/>
                </a:rPr>
                <a:t>사고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93800" y="1689100"/>
              <a:ext cx="5283200" cy="1028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99600"/>
                </a:lnSpc>
              </a:pPr>
              <a:r>
                <a:rPr lang="ko-KR" sz="5800" b="0" i="0" u="none" strike="noStrike" spc="-200">
                  <a:solidFill>
                    <a:srgbClr val="FD9F28"/>
                  </a:solidFill>
                  <a:ea typeface="Gmarket Sans Bold"/>
                </a:rPr>
                <a:t>문제</a:t>
              </a:r>
              <a:r>
                <a:rPr lang="en-US" sz="5800" b="0" i="0" u="none" strike="noStrike" spc="-200">
                  <a:solidFill>
                    <a:srgbClr val="FD9F28"/>
                  </a:solidFill>
                  <a:latin typeface="Gmarket Sans Bold"/>
                </a:rPr>
                <a:t> </a:t>
              </a:r>
              <a:r>
                <a:rPr lang="ko-KR" sz="5800" b="0" i="0" u="none" strike="noStrike" spc="-200">
                  <a:solidFill>
                    <a:srgbClr val="FD9F28"/>
                  </a:solidFill>
                  <a:ea typeface="Gmarket Sans Bold"/>
                </a:rPr>
                <a:t>분석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93800" y="1295400"/>
              <a:ext cx="38100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107899"/>
                </a:lnSpc>
              </a:pPr>
              <a:r>
                <a:rPr lang="en-US" sz="1800" b="0" i="0" u="none" strike="noStrike">
                  <a:solidFill>
                    <a:srgbClr val="2D2D2D">
                      <a:alpha val="60000"/>
                    </a:srgbClr>
                  </a:solidFill>
                  <a:latin typeface="Gmarket Sans Medium"/>
                </a:rPr>
                <a:t>2. Problem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7630" y="7658100"/>
            <a:ext cx="12129576" cy="1778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1800" y="8724572"/>
            <a:ext cx="2847146" cy="66040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0" y="4762500"/>
            <a:ext cx="9797958" cy="2185056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27960" y="6527800"/>
            <a:ext cx="1930400" cy="36830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3" name="Group 1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17" name="슬라이드 번호 개체 틀 16">
            <a:extLst>
              <a:ext uri="{FF2B5EF4-FFF2-40B4-BE49-F238E27FC236}">
                <a16:creationId xmlns:a16="http://schemas.microsoft.com/office/drawing/2014/main" id="{17976C45-0224-9771-5682-221442AE8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C0CEAB46-E996-1F6D-01E5-2F02FC959AB1}"/>
              </a:ext>
            </a:extLst>
          </p:cNvPr>
          <p:cNvGrpSpPr/>
          <p:nvPr/>
        </p:nvGrpSpPr>
        <p:grpSpPr>
          <a:xfrm>
            <a:off x="1066800" y="800100"/>
            <a:ext cx="5283200" cy="1422400"/>
            <a:chOff x="1193800" y="1295400"/>
            <a:chExt cx="5283200" cy="1422400"/>
          </a:xfrm>
        </p:grpSpPr>
        <p:sp>
          <p:nvSpPr>
            <p:cNvPr id="11" name="TextBox 11"/>
            <p:cNvSpPr txBox="1"/>
            <p:nvPr/>
          </p:nvSpPr>
          <p:spPr>
            <a:xfrm>
              <a:off x="1193800" y="1689100"/>
              <a:ext cx="5283200" cy="1028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99600"/>
                </a:lnSpc>
              </a:pPr>
              <a:r>
                <a:rPr lang="en-US" sz="5800" b="0" i="0" u="none" strike="noStrike" spc="-200" dirty="0">
                  <a:solidFill>
                    <a:srgbClr val="FD9F28"/>
                  </a:solidFill>
                  <a:latin typeface="Gmarket Sans Bold"/>
                </a:rPr>
                <a:t>Why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93800" y="1295400"/>
              <a:ext cx="38100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107899"/>
                </a:lnSpc>
              </a:pPr>
              <a:r>
                <a:rPr lang="en-US" sz="1800" b="0" i="0" u="none" strike="noStrike">
                  <a:solidFill>
                    <a:srgbClr val="2D2D2D">
                      <a:alpha val="60000"/>
                    </a:srgbClr>
                  </a:solidFill>
                  <a:latin typeface="Gmarket Sans Medium"/>
                </a:rPr>
                <a:t>2. Problem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0" name="Picture 3">
            <a:extLst>
              <a:ext uri="{FF2B5EF4-FFF2-40B4-BE49-F238E27FC236}">
                <a16:creationId xmlns:a16="http://schemas.microsoft.com/office/drawing/2014/main" id="{728F921A-A087-4974-59A1-2293D5804C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b="50617"/>
          <a:stretch/>
        </p:blipFill>
        <p:spPr>
          <a:xfrm>
            <a:off x="3492500" y="3441700"/>
            <a:ext cx="1028700" cy="508000"/>
          </a:xfrm>
          <a:prstGeom prst="rect">
            <a:avLst/>
          </a:prstGeom>
        </p:spPr>
      </p:pic>
      <p:sp>
        <p:nvSpPr>
          <p:cNvPr id="21" name="TextBox 4">
            <a:extLst>
              <a:ext uri="{FF2B5EF4-FFF2-40B4-BE49-F238E27FC236}">
                <a16:creationId xmlns:a16="http://schemas.microsoft.com/office/drawing/2014/main" id="{83023173-ADE3-B3D8-E90B-E10C0AA9F9A3}"/>
              </a:ext>
            </a:extLst>
          </p:cNvPr>
          <p:cNvSpPr txBox="1"/>
          <p:nvPr/>
        </p:nvSpPr>
        <p:spPr>
          <a:xfrm>
            <a:off x="3441700" y="3581400"/>
            <a:ext cx="11303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 spc="-100" dirty="0">
                <a:solidFill>
                  <a:srgbClr val="FFFFFF"/>
                </a:solidFill>
                <a:latin typeface="Gmarket Sans Medium"/>
              </a:rPr>
              <a:t>1</a:t>
            </a:r>
          </a:p>
        </p:txBody>
      </p:sp>
      <p:pic>
        <p:nvPicPr>
          <p:cNvPr id="22" name="Picture 6">
            <a:extLst>
              <a:ext uri="{FF2B5EF4-FFF2-40B4-BE49-F238E27FC236}">
                <a16:creationId xmlns:a16="http://schemas.microsoft.com/office/drawing/2014/main" id="{FB232C86-048B-3CB7-FDF9-2D698E4E6C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9383"/>
          <a:stretch/>
        </p:blipFill>
        <p:spPr>
          <a:xfrm>
            <a:off x="8820150" y="3441700"/>
            <a:ext cx="1028700" cy="520699"/>
          </a:xfrm>
          <a:prstGeom prst="rect">
            <a:avLst/>
          </a:prstGeom>
        </p:spPr>
      </p:pic>
      <p:sp>
        <p:nvSpPr>
          <p:cNvPr id="23" name="TextBox 7">
            <a:extLst>
              <a:ext uri="{FF2B5EF4-FFF2-40B4-BE49-F238E27FC236}">
                <a16:creationId xmlns:a16="http://schemas.microsoft.com/office/drawing/2014/main" id="{997C908E-1236-57B0-EE85-36E0343CBFFF}"/>
              </a:ext>
            </a:extLst>
          </p:cNvPr>
          <p:cNvSpPr txBox="1"/>
          <p:nvPr/>
        </p:nvSpPr>
        <p:spPr>
          <a:xfrm>
            <a:off x="8769350" y="3594100"/>
            <a:ext cx="11303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 spc="-100" dirty="0">
                <a:solidFill>
                  <a:srgbClr val="FFFFFF"/>
                </a:solidFill>
                <a:latin typeface="Gmarket Sans Medium"/>
              </a:rPr>
              <a:t>2</a:t>
            </a:r>
          </a:p>
        </p:txBody>
      </p:sp>
      <p:pic>
        <p:nvPicPr>
          <p:cNvPr id="24" name="Picture 9">
            <a:extLst>
              <a:ext uri="{FF2B5EF4-FFF2-40B4-BE49-F238E27FC236}">
                <a16:creationId xmlns:a16="http://schemas.microsoft.com/office/drawing/2014/main" id="{620B5A34-1872-9F70-0A09-BDECC04182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-9876" b="49383"/>
          <a:stretch/>
        </p:blipFill>
        <p:spPr>
          <a:xfrm>
            <a:off x="14109700" y="3441700"/>
            <a:ext cx="1130300" cy="520699"/>
          </a:xfrm>
          <a:prstGeom prst="rect">
            <a:avLst/>
          </a:prstGeom>
        </p:spPr>
      </p:pic>
      <p:sp>
        <p:nvSpPr>
          <p:cNvPr id="25" name="TextBox 10">
            <a:extLst>
              <a:ext uri="{FF2B5EF4-FFF2-40B4-BE49-F238E27FC236}">
                <a16:creationId xmlns:a16="http://schemas.microsoft.com/office/drawing/2014/main" id="{8D7B1711-FD4A-A52C-2BBD-B95106D31519}"/>
              </a:ext>
            </a:extLst>
          </p:cNvPr>
          <p:cNvSpPr txBox="1"/>
          <p:nvPr/>
        </p:nvSpPr>
        <p:spPr>
          <a:xfrm>
            <a:off x="14109700" y="3594100"/>
            <a:ext cx="11303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 spc="-100" dirty="0">
                <a:solidFill>
                  <a:srgbClr val="FFFFFF"/>
                </a:solidFill>
                <a:latin typeface="Gmarket Sans Medium"/>
              </a:rPr>
              <a:t>3</a:t>
            </a:r>
          </a:p>
        </p:txBody>
      </p:sp>
      <p:pic>
        <p:nvPicPr>
          <p:cNvPr id="26" name="Picture 14">
            <a:extLst>
              <a:ext uri="{FF2B5EF4-FFF2-40B4-BE49-F238E27FC236}">
                <a16:creationId xmlns:a16="http://schemas.microsoft.com/office/drawing/2014/main" id="{93747764-49DC-05CF-D281-E21EE7D1D99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1346200" y="3962400"/>
            <a:ext cx="5321300" cy="1816100"/>
          </a:xfrm>
          <a:prstGeom prst="rect">
            <a:avLst/>
          </a:prstGeom>
        </p:spPr>
      </p:pic>
      <p:sp>
        <p:nvSpPr>
          <p:cNvPr id="27" name="TextBox 15">
            <a:extLst>
              <a:ext uri="{FF2B5EF4-FFF2-40B4-BE49-F238E27FC236}">
                <a16:creationId xmlns:a16="http://schemas.microsoft.com/office/drawing/2014/main" id="{6B48017F-AF07-358A-ED45-1B38F7E87C2F}"/>
              </a:ext>
            </a:extLst>
          </p:cNvPr>
          <p:cNvSpPr txBox="1"/>
          <p:nvPr/>
        </p:nvSpPr>
        <p:spPr>
          <a:xfrm>
            <a:off x="1625600" y="4508500"/>
            <a:ext cx="4762500" cy="698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100" b="0" i="0" u="none" strike="noStrike" dirty="0">
                <a:solidFill>
                  <a:srgbClr val="2D2D2D"/>
                </a:solidFill>
                <a:ea typeface="Gmarket Sans Medium"/>
              </a:rPr>
              <a:t>다양한</a:t>
            </a:r>
            <a:r>
              <a:rPr lang="en-US" sz="2100" b="0" i="0" u="none" strike="noStrike" dirty="0">
                <a:solidFill>
                  <a:srgbClr val="2D2D2D"/>
                </a:solidFill>
                <a:latin typeface="Gmarket Sans Medium"/>
              </a:rPr>
              <a:t> </a:t>
            </a:r>
            <a:r>
              <a:rPr lang="ko-KR" sz="2100" b="0" i="0" u="none" strike="noStrike" dirty="0">
                <a:solidFill>
                  <a:srgbClr val="2D2D2D"/>
                </a:solidFill>
                <a:ea typeface="Gmarket Sans Medium"/>
              </a:rPr>
              <a:t>법률을</a:t>
            </a:r>
            <a:r>
              <a:rPr lang="en-US" sz="2100" b="0" i="0" u="none" strike="noStrike" dirty="0">
                <a:solidFill>
                  <a:srgbClr val="2D2D2D"/>
                </a:solidFill>
                <a:latin typeface="Gmarket Sans Medium"/>
              </a:rPr>
              <a:t> </a:t>
            </a:r>
            <a:r>
              <a:rPr lang="ko-KR" sz="2100" b="0" i="0" u="none" strike="noStrike" dirty="0">
                <a:solidFill>
                  <a:srgbClr val="2D2D2D"/>
                </a:solidFill>
                <a:ea typeface="Gmarket Sans Medium"/>
              </a:rPr>
              <a:t>기반으로</a:t>
            </a:r>
            <a:r>
              <a:rPr lang="en-US" sz="2100" b="0" i="0" u="none" strike="noStrike" dirty="0">
                <a:solidFill>
                  <a:srgbClr val="2D2D2D"/>
                </a:solidFill>
                <a:latin typeface="Gmarket Sans Medium"/>
              </a:rPr>
              <a:t> </a:t>
            </a:r>
            <a:r>
              <a:rPr lang="ko-KR" sz="2100" b="0" i="0" u="none" strike="noStrike" dirty="0">
                <a:solidFill>
                  <a:srgbClr val="2D2D2D"/>
                </a:solidFill>
                <a:ea typeface="Gmarket Sans Medium"/>
              </a:rPr>
              <a:t>관리하고</a:t>
            </a:r>
            <a:r>
              <a:rPr lang="en-US" sz="2100" b="0" i="0" u="none" strike="noStrike" dirty="0">
                <a:solidFill>
                  <a:srgbClr val="2D2D2D"/>
                </a:solidFill>
                <a:latin typeface="Gmarket Sans Medium"/>
              </a:rPr>
              <a:t> </a:t>
            </a:r>
            <a:r>
              <a:rPr lang="ko-KR" sz="2100" b="0" i="0" u="none" strike="noStrike" dirty="0">
                <a:solidFill>
                  <a:srgbClr val="2D2D2D"/>
                </a:solidFill>
                <a:ea typeface="Gmarket Sans Medium"/>
              </a:rPr>
              <a:t>있지만</a:t>
            </a:r>
            <a:r>
              <a:rPr lang="en-US" sz="2100" b="0" i="0" u="none" strike="noStrike" dirty="0">
                <a:solidFill>
                  <a:srgbClr val="2D2D2D"/>
                </a:solidFill>
                <a:latin typeface="Gmarket Sans Medium"/>
              </a:rPr>
              <a:t> </a:t>
            </a:r>
            <a:r>
              <a:rPr lang="ko-KR" sz="2100" b="0" i="0" u="none" strike="noStrike" dirty="0">
                <a:solidFill>
                  <a:srgbClr val="2D2D2D"/>
                </a:solidFill>
                <a:ea typeface="Gmarket Sans Medium"/>
              </a:rPr>
              <a:t>소홀한</a:t>
            </a:r>
            <a:r>
              <a:rPr lang="en-US" sz="2100" b="0" i="0" u="none" strike="noStrike" dirty="0">
                <a:solidFill>
                  <a:srgbClr val="2D2D2D"/>
                </a:solidFill>
                <a:latin typeface="Gmarket Sans Medium"/>
              </a:rPr>
              <a:t> </a:t>
            </a:r>
            <a:r>
              <a:rPr lang="ko-KR" sz="2100" b="0" i="0" u="none" strike="noStrike" dirty="0">
                <a:solidFill>
                  <a:srgbClr val="2D2D2D"/>
                </a:solidFill>
                <a:ea typeface="Gmarket Sans Medium"/>
              </a:rPr>
              <a:t>체계로</a:t>
            </a:r>
            <a:r>
              <a:rPr lang="en-US" sz="2100" b="0" i="0" u="none" strike="noStrike" dirty="0">
                <a:solidFill>
                  <a:srgbClr val="2D2D2D"/>
                </a:solidFill>
                <a:latin typeface="Gmarket Sans Medium"/>
              </a:rPr>
              <a:t> </a:t>
            </a:r>
            <a:r>
              <a:rPr lang="ko-KR" sz="2100" b="0" i="0" u="none" strike="noStrike" dirty="0">
                <a:solidFill>
                  <a:srgbClr val="FF0000"/>
                </a:solidFill>
                <a:ea typeface="Gmarket Sans Medium"/>
              </a:rPr>
              <a:t>반복적으로</a:t>
            </a:r>
            <a:r>
              <a:rPr lang="en-US" sz="2100" b="0" i="0" u="none" strike="noStrike" dirty="0">
                <a:solidFill>
                  <a:srgbClr val="FF0000"/>
                </a:solidFill>
                <a:latin typeface="Gmarket Sans Medium"/>
              </a:rPr>
              <a:t> </a:t>
            </a:r>
            <a:r>
              <a:rPr lang="ko-KR" sz="2100" b="0" i="0" u="none" strike="noStrike" dirty="0">
                <a:solidFill>
                  <a:srgbClr val="FF0000"/>
                </a:solidFill>
                <a:ea typeface="Gmarket Sans Medium"/>
              </a:rPr>
              <a:t>발생</a:t>
            </a:r>
          </a:p>
        </p:txBody>
      </p:sp>
      <p:pic>
        <p:nvPicPr>
          <p:cNvPr id="28" name="Picture 16">
            <a:extLst>
              <a:ext uri="{FF2B5EF4-FFF2-40B4-BE49-F238E27FC236}">
                <a16:creationId xmlns:a16="http://schemas.microsoft.com/office/drawing/2014/main" id="{50E06C48-E26E-99AB-B9B0-89306C7CC53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6667500" y="3962400"/>
            <a:ext cx="5334000" cy="1816100"/>
          </a:xfrm>
          <a:prstGeom prst="rect">
            <a:avLst/>
          </a:prstGeom>
        </p:spPr>
      </p:pic>
      <p:sp>
        <p:nvSpPr>
          <p:cNvPr id="29" name="TextBox 17">
            <a:extLst>
              <a:ext uri="{FF2B5EF4-FFF2-40B4-BE49-F238E27FC236}">
                <a16:creationId xmlns:a16="http://schemas.microsoft.com/office/drawing/2014/main" id="{181F3579-193F-57DB-8EB3-8E266641567A}"/>
              </a:ext>
            </a:extLst>
          </p:cNvPr>
          <p:cNvSpPr txBox="1"/>
          <p:nvPr/>
        </p:nvSpPr>
        <p:spPr>
          <a:xfrm>
            <a:off x="7067550" y="4508500"/>
            <a:ext cx="4533900" cy="698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100" b="0" i="0" u="none" strike="noStrike" dirty="0">
                <a:solidFill>
                  <a:srgbClr val="2D2D2D"/>
                </a:solidFill>
                <a:ea typeface="Gmarket Sans Medium"/>
              </a:rPr>
              <a:t>어른에게도</a:t>
            </a:r>
            <a:r>
              <a:rPr lang="en-US" sz="2100" b="0" i="0" u="none" strike="noStrike" dirty="0">
                <a:solidFill>
                  <a:srgbClr val="2D2D2D"/>
                </a:solidFill>
                <a:latin typeface="Gmarket Sans Medium"/>
              </a:rPr>
              <a:t> </a:t>
            </a:r>
            <a:r>
              <a:rPr lang="ko-KR" sz="2100" b="0" i="0" u="none" strike="noStrike" dirty="0">
                <a:solidFill>
                  <a:srgbClr val="2D2D2D"/>
                </a:solidFill>
                <a:ea typeface="Gmarket Sans Medium"/>
              </a:rPr>
              <a:t>위험한</a:t>
            </a:r>
            <a:r>
              <a:rPr lang="en-US" sz="2100" b="0" i="0" u="none" strike="noStrike" dirty="0">
                <a:solidFill>
                  <a:srgbClr val="2D2D2D"/>
                </a:solidFill>
                <a:latin typeface="Gmarket Sans Medium"/>
              </a:rPr>
              <a:t> </a:t>
            </a:r>
            <a:r>
              <a:rPr lang="ko-KR" sz="2100" b="0" i="0" u="none" strike="noStrike" dirty="0">
                <a:solidFill>
                  <a:srgbClr val="2D2D2D"/>
                </a:solidFill>
                <a:ea typeface="Gmarket Sans Medium"/>
              </a:rPr>
              <a:t>갇힘</a:t>
            </a:r>
            <a:r>
              <a:rPr lang="en-US" sz="2100" b="0" i="0" u="none" strike="noStrike" dirty="0">
                <a:solidFill>
                  <a:srgbClr val="2D2D2D"/>
                </a:solidFill>
                <a:latin typeface="Gmarket Sans Medium"/>
              </a:rPr>
              <a:t> </a:t>
            </a:r>
            <a:r>
              <a:rPr lang="ko-KR" sz="2100" b="0" i="0" u="none" strike="noStrike" dirty="0">
                <a:solidFill>
                  <a:srgbClr val="2D2D2D"/>
                </a:solidFill>
                <a:ea typeface="Gmarket Sans Medium"/>
              </a:rPr>
              <a:t>사고는</a:t>
            </a:r>
          </a:p>
          <a:p>
            <a:pPr lvl="0" algn="ctr">
              <a:lnSpc>
                <a:spcPct val="99600"/>
              </a:lnSpc>
            </a:pPr>
            <a:r>
              <a:rPr lang="ko-KR" sz="2100" b="0" i="0" u="none" strike="noStrike" dirty="0">
                <a:solidFill>
                  <a:srgbClr val="2D2D2D"/>
                </a:solidFill>
                <a:ea typeface="Gmarket Sans Medium"/>
              </a:rPr>
              <a:t>체온에</a:t>
            </a:r>
            <a:r>
              <a:rPr lang="en-US" sz="2100" b="0" i="0" u="none" strike="noStrike" dirty="0">
                <a:solidFill>
                  <a:srgbClr val="2D2D2D"/>
                </a:solidFill>
                <a:latin typeface="Gmarket Sans Medium"/>
              </a:rPr>
              <a:t> </a:t>
            </a:r>
            <a:r>
              <a:rPr lang="ko-KR" sz="2100" b="0" i="0" u="none" strike="noStrike" dirty="0">
                <a:solidFill>
                  <a:srgbClr val="2D2D2D"/>
                </a:solidFill>
                <a:ea typeface="Gmarket Sans Medium"/>
              </a:rPr>
              <a:t>예민한</a:t>
            </a:r>
            <a:r>
              <a:rPr lang="en-US" sz="2100" b="0" i="0" u="none" strike="noStrike" dirty="0">
                <a:solidFill>
                  <a:srgbClr val="2D2D2D"/>
                </a:solidFill>
                <a:latin typeface="Gmarket Sans Medium"/>
              </a:rPr>
              <a:t> </a:t>
            </a:r>
            <a:r>
              <a:rPr lang="ko-KR" sz="2100" b="0" i="0" u="none" strike="noStrike" dirty="0">
                <a:solidFill>
                  <a:srgbClr val="FF0000"/>
                </a:solidFill>
                <a:ea typeface="Gmarket Sans Medium"/>
              </a:rPr>
              <a:t>어린이에게</a:t>
            </a:r>
            <a:r>
              <a:rPr lang="en-US" sz="2100" b="0" i="0" u="none" strike="noStrike" dirty="0">
                <a:solidFill>
                  <a:srgbClr val="FF0000"/>
                </a:solidFill>
                <a:latin typeface="Gmarket Sans Medium"/>
              </a:rPr>
              <a:t> </a:t>
            </a:r>
            <a:r>
              <a:rPr lang="ko-KR" sz="2100" b="0" i="0" u="none" strike="noStrike" dirty="0">
                <a:solidFill>
                  <a:srgbClr val="FF0000"/>
                </a:solidFill>
                <a:ea typeface="Gmarket Sans Medium"/>
              </a:rPr>
              <a:t>더욱</a:t>
            </a:r>
            <a:r>
              <a:rPr lang="en-US" sz="2100" b="0" i="0" u="none" strike="noStrike" dirty="0">
                <a:solidFill>
                  <a:srgbClr val="FF0000"/>
                </a:solidFill>
                <a:latin typeface="Gmarket Sans Medium"/>
              </a:rPr>
              <a:t> </a:t>
            </a:r>
            <a:r>
              <a:rPr lang="ko-KR" sz="2100" b="0" i="0" u="none" strike="noStrike" dirty="0">
                <a:solidFill>
                  <a:srgbClr val="FF0000"/>
                </a:solidFill>
                <a:ea typeface="Gmarket Sans Medium"/>
              </a:rPr>
              <a:t>위험</a:t>
            </a:r>
          </a:p>
        </p:txBody>
      </p:sp>
      <p:pic>
        <p:nvPicPr>
          <p:cNvPr id="30" name="Picture 18">
            <a:extLst>
              <a:ext uri="{FF2B5EF4-FFF2-40B4-BE49-F238E27FC236}">
                <a16:creationId xmlns:a16="http://schemas.microsoft.com/office/drawing/2014/main" id="{1A2134D1-6803-CA57-3EAA-74FB5FFA1FA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12014200" y="3962400"/>
            <a:ext cx="5321300" cy="1816100"/>
          </a:xfrm>
          <a:prstGeom prst="rect">
            <a:avLst/>
          </a:prstGeom>
        </p:spPr>
      </p:pic>
      <p:sp>
        <p:nvSpPr>
          <p:cNvPr id="31" name="TextBox 19">
            <a:extLst>
              <a:ext uri="{FF2B5EF4-FFF2-40B4-BE49-F238E27FC236}">
                <a16:creationId xmlns:a16="http://schemas.microsoft.com/office/drawing/2014/main" id="{12CB79A9-29DA-3468-A312-2599E3B9CCB2}"/>
              </a:ext>
            </a:extLst>
          </p:cNvPr>
          <p:cNvSpPr txBox="1"/>
          <p:nvPr/>
        </p:nvSpPr>
        <p:spPr>
          <a:xfrm>
            <a:off x="12433300" y="4508500"/>
            <a:ext cx="4483100" cy="698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100" b="0" i="0" u="none" strike="noStrike" dirty="0">
                <a:solidFill>
                  <a:srgbClr val="2D2D2D"/>
                </a:solidFill>
                <a:ea typeface="Gmarket Sans Medium"/>
              </a:rPr>
              <a:t>버스</a:t>
            </a:r>
            <a:r>
              <a:rPr lang="en-US" sz="2100" b="0" i="0" u="none" strike="noStrike" dirty="0">
                <a:solidFill>
                  <a:srgbClr val="2D2D2D"/>
                </a:solidFill>
                <a:latin typeface="Gmarket Sans Medium"/>
              </a:rPr>
              <a:t> </a:t>
            </a:r>
            <a:r>
              <a:rPr lang="ko-KR" sz="2100" b="0" i="0" u="none" strike="noStrike" dirty="0">
                <a:solidFill>
                  <a:srgbClr val="2D2D2D"/>
                </a:solidFill>
                <a:ea typeface="Gmarket Sans Medium"/>
              </a:rPr>
              <a:t>속</a:t>
            </a:r>
            <a:r>
              <a:rPr lang="en-US" sz="2100" b="0" i="0" u="none" strike="noStrike" dirty="0">
                <a:solidFill>
                  <a:srgbClr val="2D2D2D"/>
                </a:solidFill>
                <a:latin typeface="Gmarket Sans Medium"/>
              </a:rPr>
              <a:t> </a:t>
            </a:r>
            <a:r>
              <a:rPr lang="ko-KR" sz="2100" b="0" i="0" u="none" strike="noStrike" dirty="0">
                <a:solidFill>
                  <a:srgbClr val="2D2D2D"/>
                </a:solidFill>
                <a:ea typeface="Gmarket Sans Medium"/>
              </a:rPr>
              <a:t>산소</a:t>
            </a:r>
            <a:r>
              <a:rPr lang="en-US" sz="2100" b="0" i="0" u="none" strike="noStrike" dirty="0">
                <a:solidFill>
                  <a:srgbClr val="2D2D2D"/>
                </a:solidFill>
                <a:latin typeface="Gmarket Sans Medium"/>
              </a:rPr>
              <a:t> </a:t>
            </a:r>
            <a:r>
              <a:rPr lang="ko-KR" sz="2100" b="0" i="0" u="none" strike="noStrike" dirty="0">
                <a:solidFill>
                  <a:srgbClr val="2D2D2D"/>
                </a:solidFill>
                <a:ea typeface="Gmarket Sans Medium"/>
              </a:rPr>
              <a:t>부족</a:t>
            </a:r>
            <a:r>
              <a:rPr lang="en-US" sz="2100" b="0" i="0" u="none" strike="noStrike" dirty="0">
                <a:solidFill>
                  <a:srgbClr val="2D2D2D"/>
                </a:solidFill>
                <a:latin typeface="Gmarket Sans Medium"/>
              </a:rPr>
              <a:t>, </a:t>
            </a:r>
            <a:r>
              <a:rPr lang="ko-KR" sz="2100" b="0" i="0" u="none" strike="noStrike" dirty="0">
                <a:solidFill>
                  <a:srgbClr val="2D2D2D"/>
                </a:solidFill>
                <a:ea typeface="Gmarket Sans Medium"/>
              </a:rPr>
              <a:t>여름철</a:t>
            </a:r>
            <a:r>
              <a:rPr lang="en-US" sz="2100" b="0" i="0" u="none" strike="noStrike" dirty="0">
                <a:solidFill>
                  <a:srgbClr val="2D2D2D"/>
                </a:solidFill>
                <a:latin typeface="Gmarket Sans Medium"/>
              </a:rPr>
              <a:t> </a:t>
            </a:r>
            <a:r>
              <a:rPr lang="ko-KR" sz="2100" b="0" i="0" u="none" strike="noStrike" dirty="0">
                <a:solidFill>
                  <a:srgbClr val="2D2D2D"/>
                </a:solidFill>
                <a:ea typeface="Gmarket Sans Medium"/>
              </a:rPr>
              <a:t>질식사고</a:t>
            </a:r>
            <a:r>
              <a:rPr lang="en-US" sz="2100" b="0" i="0" u="none" strike="noStrike" dirty="0">
                <a:solidFill>
                  <a:srgbClr val="2D2D2D"/>
                </a:solidFill>
                <a:latin typeface="Gmarket Sans Medium"/>
              </a:rPr>
              <a:t>, </a:t>
            </a:r>
          </a:p>
          <a:p>
            <a:pPr lvl="0" algn="ctr">
              <a:lnSpc>
                <a:spcPct val="99600"/>
              </a:lnSpc>
            </a:pPr>
            <a:r>
              <a:rPr lang="ko-KR" sz="2100" b="0" i="0" u="none" strike="noStrike" dirty="0">
                <a:solidFill>
                  <a:srgbClr val="2D2D2D"/>
                </a:solidFill>
                <a:ea typeface="Gmarket Sans Medium"/>
              </a:rPr>
              <a:t>겨울철</a:t>
            </a:r>
            <a:r>
              <a:rPr lang="en-US" sz="2100" b="0" i="0" u="none" strike="noStrike" dirty="0">
                <a:solidFill>
                  <a:srgbClr val="2D2D2D"/>
                </a:solidFill>
                <a:latin typeface="Gmarket Sans Medium"/>
              </a:rPr>
              <a:t> </a:t>
            </a:r>
            <a:r>
              <a:rPr lang="ko-KR" sz="2100" b="0" i="0" u="none" strike="noStrike" dirty="0">
                <a:solidFill>
                  <a:srgbClr val="2D2D2D"/>
                </a:solidFill>
                <a:ea typeface="Gmarket Sans Medium"/>
              </a:rPr>
              <a:t>동사사고로</a:t>
            </a:r>
            <a:r>
              <a:rPr lang="en-US" sz="2100" b="0" i="0" u="none" strike="noStrike" dirty="0">
                <a:solidFill>
                  <a:srgbClr val="2D2D2D"/>
                </a:solidFill>
                <a:latin typeface="Gmarket Sans Medium"/>
              </a:rPr>
              <a:t> </a:t>
            </a:r>
            <a:r>
              <a:rPr lang="ko-KR" sz="2100" b="0" i="0" u="none" strike="noStrike" dirty="0">
                <a:solidFill>
                  <a:srgbClr val="FF0000"/>
                </a:solidFill>
                <a:ea typeface="Gmarket Sans Medium"/>
              </a:rPr>
              <a:t>숨지는</a:t>
            </a:r>
            <a:r>
              <a:rPr lang="en-US" sz="2100" b="0" i="0" u="none" strike="noStrike" dirty="0">
                <a:solidFill>
                  <a:srgbClr val="FF0000"/>
                </a:solidFill>
                <a:latin typeface="Gmarket Sans Medium"/>
              </a:rPr>
              <a:t> </a:t>
            </a:r>
            <a:r>
              <a:rPr lang="ko-KR" sz="2100" b="0" i="0" u="none" strike="noStrike" dirty="0">
                <a:solidFill>
                  <a:srgbClr val="FF0000"/>
                </a:solidFill>
                <a:ea typeface="Gmarket Sans Medium"/>
              </a:rPr>
              <a:t>경우</a:t>
            </a:r>
            <a:r>
              <a:rPr lang="en-US" sz="2100" b="0" i="0" u="none" strike="noStrike" dirty="0">
                <a:solidFill>
                  <a:srgbClr val="FF0000"/>
                </a:solidFill>
                <a:latin typeface="Gmarket Sans Medium"/>
              </a:rPr>
              <a:t> </a:t>
            </a:r>
            <a:r>
              <a:rPr lang="ko-KR" sz="2100" b="0" i="0" u="none" strike="noStrike" dirty="0">
                <a:solidFill>
                  <a:srgbClr val="FF0000"/>
                </a:solidFill>
                <a:ea typeface="Gmarket Sans Medium"/>
              </a:rPr>
              <a:t>발생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A25B4B6-44AF-9599-67F9-986922105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F7281ED-6634-D767-3A19-DA05ED46563C}"/>
              </a:ext>
            </a:extLst>
          </p:cNvPr>
          <p:cNvCxnSpPr>
            <a:cxnSpLocks/>
            <a:stCxn id="32" idx="2"/>
          </p:cNvCxnSpPr>
          <p:nvPr/>
        </p:nvCxnSpPr>
        <p:spPr>
          <a:xfrm>
            <a:off x="9334500" y="5778500"/>
            <a:ext cx="0" cy="2336800"/>
          </a:xfrm>
          <a:prstGeom prst="line">
            <a:avLst/>
          </a:prstGeom>
          <a:ln w="38100">
            <a:solidFill>
              <a:srgbClr val="A9ACAE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281C220-F634-0985-52EF-1C092DAC9386}"/>
              </a:ext>
            </a:extLst>
          </p:cNvPr>
          <p:cNvSpPr/>
          <p:nvPr/>
        </p:nvSpPr>
        <p:spPr>
          <a:xfrm>
            <a:off x="5581650" y="7035800"/>
            <a:ext cx="7124700" cy="2413000"/>
          </a:xfrm>
          <a:prstGeom prst="roundRect">
            <a:avLst/>
          </a:prstGeom>
          <a:solidFill>
            <a:srgbClr val="FECF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CA9203C9-D205-87DE-4405-7F64E3766C07}"/>
              </a:ext>
            </a:extLst>
          </p:cNvPr>
          <p:cNvGrpSpPr/>
          <p:nvPr/>
        </p:nvGrpSpPr>
        <p:grpSpPr>
          <a:xfrm>
            <a:off x="1066800" y="800100"/>
            <a:ext cx="6286500" cy="1422400"/>
            <a:chOff x="1193800" y="1295400"/>
            <a:chExt cx="6286500" cy="1422400"/>
          </a:xfrm>
        </p:grpSpPr>
        <p:sp>
          <p:nvSpPr>
            <p:cNvPr id="2" name="TextBox 2"/>
            <p:cNvSpPr txBox="1"/>
            <p:nvPr/>
          </p:nvSpPr>
          <p:spPr>
            <a:xfrm>
              <a:off x="1193800" y="1689100"/>
              <a:ext cx="6286500" cy="1028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99600"/>
                </a:lnSpc>
              </a:pPr>
              <a:r>
                <a:rPr lang="en-US" sz="5800" b="0" i="0" u="none" strike="noStrike" spc="-200" dirty="0">
                  <a:solidFill>
                    <a:srgbClr val="FD9F28"/>
                  </a:solidFill>
                  <a:latin typeface="Gmarket Sans Bold"/>
                </a:rPr>
                <a:t>What's Solution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93800" y="1295400"/>
              <a:ext cx="38100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107899"/>
                </a:lnSpc>
              </a:pPr>
              <a:r>
                <a:rPr lang="en-US" sz="1800" b="0" i="0" u="none" strike="noStrike">
                  <a:solidFill>
                    <a:srgbClr val="2D2D2D">
                      <a:alpha val="60000"/>
                    </a:srgbClr>
                  </a:solidFill>
                  <a:latin typeface="Gmarket Sans Medium"/>
                </a:rPr>
                <a:t>2. Problem</a:t>
              </a: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8331200" y="5778500"/>
            <a:ext cx="6172200" cy="4191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0800000">
            <a:off x="3771900" y="5778500"/>
            <a:ext cx="4686300" cy="4191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5892800" y="7810500"/>
            <a:ext cx="6502400" cy="939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8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a typeface="Gmarket Sans Medium"/>
              </a:rPr>
              <a:t>학부모</a:t>
            </a:r>
            <a:r>
              <a:rPr lang="en-US" sz="28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Gmarket Sans Medium"/>
              </a:rPr>
              <a:t>, </a:t>
            </a:r>
            <a:r>
              <a:rPr lang="ko-KR" sz="28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a typeface="Gmarket Sans Medium"/>
              </a:rPr>
              <a:t>선생님</a:t>
            </a:r>
            <a:r>
              <a:rPr lang="en-US" sz="28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Gmarket Sans Medium"/>
              </a:rPr>
              <a:t>, </a:t>
            </a:r>
            <a:r>
              <a:rPr lang="ko-KR" sz="28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a typeface="Gmarket Sans Medium"/>
              </a:rPr>
              <a:t>버스운전사가</a:t>
            </a:r>
            <a:r>
              <a:rPr lang="en-US" sz="28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Gmarket Sans Medium"/>
              </a:rPr>
              <a:t> </a:t>
            </a:r>
            <a:r>
              <a:rPr lang="ko-KR" sz="28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a typeface="Gmarket Sans Medium"/>
              </a:rPr>
              <a:t>수시로</a:t>
            </a:r>
            <a:r>
              <a:rPr lang="en-US" sz="28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Gmarket Sans Medium"/>
              </a:rPr>
              <a:t> </a:t>
            </a:r>
          </a:p>
          <a:p>
            <a:pPr lvl="0" algn="ctr">
              <a:lnSpc>
                <a:spcPct val="99600"/>
              </a:lnSpc>
            </a:pPr>
            <a:r>
              <a:rPr lang="ko-KR" sz="28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a typeface="Gmarket Sans Medium"/>
              </a:rPr>
              <a:t>통학</a:t>
            </a:r>
            <a:r>
              <a:rPr lang="en-US" sz="28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Gmarket Sans Medium"/>
              </a:rPr>
              <a:t> </a:t>
            </a:r>
            <a:r>
              <a:rPr lang="ko-KR" sz="28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a typeface="Gmarket Sans Medium"/>
              </a:rPr>
              <a:t>정보를</a:t>
            </a:r>
            <a:r>
              <a:rPr lang="en-US" sz="28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Gmarket Sans Medium"/>
              </a:rPr>
              <a:t> </a:t>
            </a:r>
            <a:r>
              <a:rPr lang="ko-KR" sz="28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a typeface="Gmarket Sans Medium"/>
              </a:rPr>
              <a:t>확인할</a:t>
            </a:r>
            <a:r>
              <a:rPr lang="en-US" sz="28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Gmarket Sans Medium"/>
              </a:rPr>
              <a:t> </a:t>
            </a:r>
            <a:r>
              <a:rPr lang="ko-KR" sz="28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a typeface="Gmarket Sans Medium"/>
              </a:rPr>
              <a:t>수</a:t>
            </a:r>
            <a:r>
              <a:rPr lang="en-US" sz="28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Gmarket Sans Medium"/>
              </a:rPr>
              <a:t> </a:t>
            </a:r>
            <a:r>
              <a:rPr lang="ko-KR" sz="28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a typeface="Gmarket Sans Medium"/>
              </a:rPr>
              <a:t>있는</a:t>
            </a:r>
            <a:r>
              <a:rPr lang="en-US" sz="28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Gmarket Sans Medium"/>
              </a:rPr>
              <a:t> </a:t>
            </a:r>
            <a:r>
              <a:rPr lang="ko-KR" sz="28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a typeface="Gmarket Sans Medium"/>
              </a:rPr>
              <a:t>시스템</a:t>
            </a:r>
            <a:r>
              <a:rPr lang="en-US" sz="28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Gmarket Sans Medium"/>
              </a:rPr>
              <a:t> </a:t>
            </a:r>
            <a:r>
              <a:rPr lang="ko-KR" sz="28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a typeface="Gmarket Sans Medium"/>
              </a:rPr>
              <a:t>구현</a:t>
            </a:r>
            <a:r>
              <a:rPr lang="en-US" sz="28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Gmarket Sans Medium"/>
              </a:rPr>
              <a:t> </a:t>
            </a:r>
          </a:p>
        </p:txBody>
      </p:sp>
      <p:pic>
        <p:nvPicPr>
          <p:cNvPr id="24" name="Picture 3">
            <a:extLst>
              <a:ext uri="{FF2B5EF4-FFF2-40B4-BE49-F238E27FC236}">
                <a16:creationId xmlns:a16="http://schemas.microsoft.com/office/drawing/2014/main" id="{D2BD064C-553B-0A4C-D936-8BACE9CE15F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" b="50617"/>
          <a:stretch/>
        </p:blipFill>
        <p:spPr>
          <a:xfrm>
            <a:off x="3492500" y="3441700"/>
            <a:ext cx="1028700" cy="508000"/>
          </a:xfrm>
          <a:prstGeom prst="rect">
            <a:avLst/>
          </a:prstGeom>
        </p:spPr>
      </p:pic>
      <p:sp>
        <p:nvSpPr>
          <p:cNvPr id="25" name="TextBox 4">
            <a:extLst>
              <a:ext uri="{FF2B5EF4-FFF2-40B4-BE49-F238E27FC236}">
                <a16:creationId xmlns:a16="http://schemas.microsoft.com/office/drawing/2014/main" id="{BC332CC2-29D8-9F6A-E0F8-16ACCDA1404D}"/>
              </a:ext>
            </a:extLst>
          </p:cNvPr>
          <p:cNvSpPr txBox="1"/>
          <p:nvPr/>
        </p:nvSpPr>
        <p:spPr>
          <a:xfrm>
            <a:off x="3441700" y="3581400"/>
            <a:ext cx="11303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 spc="-100" dirty="0">
                <a:solidFill>
                  <a:srgbClr val="FFFFFF"/>
                </a:solidFill>
                <a:latin typeface="Gmarket Sans Medium"/>
              </a:rPr>
              <a:t>1</a:t>
            </a:r>
          </a:p>
        </p:txBody>
      </p:sp>
      <p:pic>
        <p:nvPicPr>
          <p:cNvPr id="26" name="Picture 6">
            <a:extLst>
              <a:ext uri="{FF2B5EF4-FFF2-40B4-BE49-F238E27FC236}">
                <a16:creationId xmlns:a16="http://schemas.microsoft.com/office/drawing/2014/main" id="{6C33D14E-DCDA-6A3D-23E2-D528088E73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9383"/>
          <a:stretch/>
        </p:blipFill>
        <p:spPr>
          <a:xfrm>
            <a:off x="8820150" y="3441700"/>
            <a:ext cx="1028700" cy="520699"/>
          </a:xfrm>
          <a:prstGeom prst="rect">
            <a:avLst/>
          </a:prstGeom>
        </p:spPr>
      </p:pic>
      <p:sp>
        <p:nvSpPr>
          <p:cNvPr id="27" name="TextBox 7">
            <a:extLst>
              <a:ext uri="{FF2B5EF4-FFF2-40B4-BE49-F238E27FC236}">
                <a16:creationId xmlns:a16="http://schemas.microsoft.com/office/drawing/2014/main" id="{192BE953-DF02-F948-D61E-B3F98B5D0A8C}"/>
              </a:ext>
            </a:extLst>
          </p:cNvPr>
          <p:cNvSpPr txBox="1"/>
          <p:nvPr/>
        </p:nvSpPr>
        <p:spPr>
          <a:xfrm>
            <a:off x="8743950" y="3594100"/>
            <a:ext cx="11303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 spc="-100" dirty="0">
                <a:solidFill>
                  <a:srgbClr val="FFFFFF"/>
                </a:solidFill>
                <a:latin typeface="Gmarket Sans Medium"/>
              </a:rPr>
              <a:t>2</a:t>
            </a:r>
          </a:p>
        </p:txBody>
      </p:sp>
      <p:pic>
        <p:nvPicPr>
          <p:cNvPr id="28" name="Picture 9">
            <a:extLst>
              <a:ext uri="{FF2B5EF4-FFF2-40B4-BE49-F238E27FC236}">
                <a16:creationId xmlns:a16="http://schemas.microsoft.com/office/drawing/2014/main" id="{35A2B768-3404-CC79-6E16-8932B1393D1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r="-9876" b="49383"/>
          <a:stretch/>
        </p:blipFill>
        <p:spPr>
          <a:xfrm>
            <a:off x="14109700" y="3441700"/>
            <a:ext cx="1130300" cy="520699"/>
          </a:xfrm>
          <a:prstGeom prst="rect">
            <a:avLst/>
          </a:prstGeom>
        </p:spPr>
      </p:pic>
      <p:sp>
        <p:nvSpPr>
          <p:cNvPr id="29" name="TextBox 10">
            <a:extLst>
              <a:ext uri="{FF2B5EF4-FFF2-40B4-BE49-F238E27FC236}">
                <a16:creationId xmlns:a16="http://schemas.microsoft.com/office/drawing/2014/main" id="{0FC81B14-1AD7-310A-D0D7-3567CF59F784}"/>
              </a:ext>
            </a:extLst>
          </p:cNvPr>
          <p:cNvSpPr txBox="1"/>
          <p:nvPr/>
        </p:nvSpPr>
        <p:spPr>
          <a:xfrm>
            <a:off x="14090650" y="3594100"/>
            <a:ext cx="11303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 spc="-100" dirty="0">
                <a:solidFill>
                  <a:srgbClr val="FFFFFF"/>
                </a:solidFill>
                <a:latin typeface="Gmarket Sans Medium"/>
              </a:rPr>
              <a:t>3</a:t>
            </a:r>
          </a:p>
        </p:txBody>
      </p:sp>
      <p:pic>
        <p:nvPicPr>
          <p:cNvPr id="30" name="Picture 14">
            <a:extLst>
              <a:ext uri="{FF2B5EF4-FFF2-40B4-BE49-F238E27FC236}">
                <a16:creationId xmlns:a16="http://schemas.microsoft.com/office/drawing/2014/main" id="{2E565037-D944-30BF-BDB6-43F2E4AE3D1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2000"/>
          </a:blip>
          <a:stretch>
            <a:fillRect/>
          </a:stretch>
        </p:blipFill>
        <p:spPr>
          <a:xfrm>
            <a:off x="1346200" y="3962400"/>
            <a:ext cx="5321300" cy="1816100"/>
          </a:xfrm>
          <a:prstGeom prst="rect">
            <a:avLst/>
          </a:prstGeom>
        </p:spPr>
      </p:pic>
      <p:sp>
        <p:nvSpPr>
          <p:cNvPr id="31" name="TextBox 15">
            <a:extLst>
              <a:ext uri="{FF2B5EF4-FFF2-40B4-BE49-F238E27FC236}">
                <a16:creationId xmlns:a16="http://schemas.microsoft.com/office/drawing/2014/main" id="{2B8870DF-ED96-8355-4D01-C315842F04E6}"/>
              </a:ext>
            </a:extLst>
          </p:cNvPr>
          <p:cNvSpPr txBox="1"/>
          <p:nvPr/>
        </p:nvSpPr>
        <p:spPr>
          <a:xfrm>
            <a:off x="1625600" y="4508500"/>
            <a:ext cx="4762500" cy="698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100" b="0" i="0" u="none" strike="noStrike" dirty="0">
                <a:solidFill>
                  <a:srgbClr val="2D2D2D"/>
                </a:solidFill>
                <a:ea typeface="Gmarket Sans Medium"/>
              </a:rPr>
              <a:t>다양한</a:t>
            </a:r>
            <a:r>
              <a:rPr lang="en-US" sz="2100" b="0" i="0" u="none" strike="noStrike" dirty="0">
                <a:solidFill>
                  <a:srgbClr val="2D2D2D"/>
                </a:solidFill>
                <a:latin typeface="Gmarket Sans Medium"/>
              </a:rPr>
              <a:t> </a:t>
            </a:r>
            <a:r>
              <a:rPr lang="ko-KR" sz="2100" b="0" i="0" u="none" strike="noStrike" dirty="0">
                <a:solidFill>
                  <a:srgbClr val="2D2D2D"/>
                </a:solidFill>
                <a:ea typeface="Gmarket Sans Medium"/>
              </a:rPr>
              <a:t>법률을</a:t>
            </a:r>
            <a:r>
              <a:rPr lang="en-US" sz="2100" b="0" i="0" u="none" strike="noStrike" dirty="0">
                <a:solidFill>
                  <a:srgbClr val="2D2D2D"/>
                </a:solidFill>
                <a:latin typeface="Gmarket Sans Medium"/>
              </a:rPr>
              <a:t> </a:t>
            </a:r>
            <a:r>
              <a:rPr lang="ko-KR" sz="2100" b="0" i="0" u="none" strike="noStrike" dirty="0">
                <a:solidFill>
                  <a:srgbClr val="2D2D2D"/>
                </a:solidFill>
                <a:ea typeface="Gmarket Sans Medium"/>
              </a:rPr>
              <a:t>기반으로</a:t>
            </a:r>
            <a:r>
              <a:rPr lang="en-US" sz="2100" b="0" i="0" u="none" strike="noStrike" dirty="0">
                <a:solidFill>
                  <a:srgbClr val="2D2D2D"/>
                </a:solidFill>
                <a:latin typeface="Gmarket Sans Medium"/>
              </a:rPr>
              <a:t> </a:t>
            </a:r>
            <a:r>
              <a:rPr lang="ko-KR" sz="2100" b="0" i="0" u="none" strike="noStrike" dirty="0">
                <a:solidFill>
                  <a:srgbClr val="2D2D2D"/>
                </a:solidFill>
                <a:ea typeface="Gmarket Sans Medium"/>
              </a:rPr>
              <a:t>관리하고</a:t>
            </a:r>
            <a:r>
              <a:rPr lang="en-US" sz="2100" b="0" i="0" u="none" strike="noStrike" dirty="0">
                <a:solidFill>
                  <a:srgbClr val="2D2D2D"/>
                </a:solidFill>
                <a:latin typeface="Gmarket Sans Medium"/>
              </a:rPr>
              <a:t> </a:t>
            </a:r>
            <a:r>
              <a:rPr lang="ko-KR" sz="2100" b="0" i="0" u="none" strike="noStrike" dirty="0">
                <a:solidFill>
                  <a:srgbClr val="2D2D2D"/>
                </a:solidFill>
                <a:ea typeface="Gmarket Sans Medium"/>
              </a:rPr>
              <a:t>있지만</a:t>
            </a:r>
            <a:r>
              <a:rPr lang="en-US" sz="2100" b="0" i="0" u="none" strike="noStrike" dirty="0">
                <a:solidFill>
                  <a:srgbClr val="2D2D2D"/>
                </a:solidFill>
                <a:latin typeface="Gmarket Sans Medium"/>
              </a:rPr>
              <a:t> </a:t>
            </a:r>
            <a:r>
              <a:rPr lang="ko-KR" sz="2100" b="0" i="0" u="none" strike="noStrike" dirty="0">
                <a:solidFill>
                  <a:srgbClr val="2D2D2D"/>
                </a:solidFill>
                <a:ea typeface="Gmarket Sans Medium"/>
              </a:rPr>
              <a:t>소홀한</a:t>
            </a:r>
            <a:r>
              <a:rPr lang="en-US" sz="2100" b="0" i="0" u="none" strike="noStrike" dirty="0">
                <a:solidFill>
                  <a:srgbClr val="2D2D2D"/>
                </a:solidFill>
                <a:latin typeface="Gmarket Sans Medium"/>
              </a:rPr>
              <a:t> </a:t>
            </a:r>
            <a:r>
              <a:rPr lang="ko-KR" sz="2100" b="0" i="0" u="none" strike="noStrike" dirty="0">
                <a:solidFill>
                  <a:srgbClr val="2D2D2D"/>
                </a:solidFill>
                <a:ea typeface="Gmarket Sans Medium"/>
              </a:rPr>
              <a:t>체계로</a:t>
            </a:r>
            <a:r>
              <a:rPr lang="en-US" sz="2100" b="0" i="0" u="none" strike="noStrike" dirty="0">
                <a:solidFill>
                  <a:srgbClr val="2D2D2D"/>
                </a:solidFill>
                <a:latin typeface="Gmarket Sans Medium"/>
              </a:rPr>
              <a:t> </a:t>
            </a:r>
            <a:r>
              <a:rPr lang="ko-KR" sz="2100" b="0" i="0" u="none" strike="noStrike" dirty="0">
                <a:solidFill>
                  <a:srgbClr val="FF0000"/>
                </a:solidFill>
                <a:ea typeface="Gmarket Sans Medium"/>
              </a:rPr>
              <a:t>반복적으로</a:t>
            </a:r>
            <a:r>
              <a:rPr lang="en-US" sz="2100" b="0" i="0" u="none" strike="noStrike" dirty="0">
                <a:solidFill>
                  <a:srgbClr val="FF0000"/>
                </a:solidFill>
                <a:latin typeface="Gmarket Sans Medium"/>
              </a:rPr>
              <a:t> </a:t>
            </a:r>
            <a:r>
              <a:rPr lang="ko-KR" sz="2100" b="0" i="0" u="none" strike="noStrike" dirty="0">
                <a:solidFill>
                  <a:srgbClr val="FF0000"/>
                </a:solidFill>
                <a:ea typeface="Gmarket Sans Medium"/>
              </a:rPr>
              <a:t>발생</a:t>
            </a:r>
          </a:p>
        </p:txBody>
      </p:sp>
      <p:sp>
        <p:nvSpPr>
          <p:cNvPr id="33" name="TextBox 17">
            <a:extLst>
              <a:ext uri="{FF2B5EF4-FFF2-40B4-BE49-F238E27FC236}">
                <a16:creationId xmlns:a16="http://schemas.microsoft.com/office/drawing/2014/main" id="{FAEA87EE-0E79-9075-51AB-857F9F9C0C53}"/>
              </a:ext>
            </a:extLst>
          </p:cNvPr>
          <p:cNvSpPr txBox="1"/>
          <p:nvPr/>
        </p:nvSpPr>
        <p:spPr>
          <a:xfrm>
            <a:off x="7067550" y="4508500"/>
            <a:ext cx="4533900" cy="698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100" b="0" i="0" u="none" strike="noStrike" dirty="0">
                <a:solidFill>
                  <a:srgbClr val="2D2D2D"/>
                </a:solidFill>
                <a:ea typeface="Gmarket Sans Medium"/>
              </a:rPr>
              <a:t>어른에게도</a:t>
            </a:r>
            <a:r>
              <a:rPr lang="en-US" sz="2100" b="0" i="0" u="none" strike="noStrike" dirty="0">
                <a:solidFill>
                  <a:srgbClr val="2D2D2D"/>
                </a:solidFill>
                <a:latin typeface="Gmarket Sans Medium"/>
              </a:rPr>
              <a:t> </a:t>
            </a:r>
            <a:r>
              <a:rPr lang="ko-KR" sz="2100" b="0" i="0" u="none" strike="noStrike" dirty="0">
                <a:solidFill>
                  <a:srgbClr val="2D2D2D"/>
                </a:solidFill>
                <a:ea typeface="Gmarket Sans Medium"/>
              </a:rPr>
              <a:t>위험한</a:t>
            </a:r>
            <a:r>
              <a:rPr lang="en-US" sz="2100" b="0" i="0" u="none" strike="noStrike" dirty="0">
                <a:solidFill>
                  <a:srgbClr val="2D2D2D"/>
                </a:solidFill>
                <a:latin typeface="Gmarket Sans Medium"/>
              </a:rPr>
              <a:t> </a:t>
            </a:r>
            <a:r>
              <a:rPr lang="ko-KR" sz="2100" b="0" i="0" u="none" strike="noStrike" dirty="0">
                <a:solidFill>
                  <a:srgbClr val="2D2D2D"/>
                </a:solidFill>
                <a:ea typeface="Gmarket Sans Medium"/>
              </a:rPr>
              <a:t>갇힘</a:t>
            </a:r>
            <a:r>
              <a:rPr lang="en-US" sz="2100" b="0" i="0" u="none" strike="noStrike" dirty="0">
                <a:solidFill>
                  <a:srgbClr val="2D2D2D"/>
                </a:solidFill>
                <a:latin typeface="Gmarket Sans Medium"/>
              </a:rPr>
              <a:t> </a:t>
            </a:r>
            <a:r>
              <a:rPr lang="ko-KR" sz="2100" b="0" i="0" u="none" strike="noStrike" dirty="0">
                <a:solidFill>
                  <a:srgbClr val="2D2D2D"/>
                </a:solidFill>
                <a:ea typeface="Gmarket Sans Medium"/>
              </a:rPr>
              <a:t>사고는</a:t>
            </a:r>
          </a:p>
          <a:p>
            <a:pPr lvl="0" algn="ctr">
              <a:lnSpc>
                <a:spcPct val="99600"/>
              </a:lnSpc>
            </a:pPr>
            <a:r>
              <a:rPr lang="ko-KR" sz="2100" b="0" i="0" u="none" strike="noStrike" dirty="0">
                <a:solidFill>
                  <a:srgbClr val="2D2D2D"/>
                </a:solidFill>
                <a:ea typeface="Gmarket Sans Medium"/>
              </a:rPr>
              <a:t>체온에</a:t>
            </a:r>
            <a:r>
              <a:rPr lang="en-US" sz="2100" b="0" i="0" u="none" strike="noStrike" dirty="0">
                <a:solidFill>
                  <a:srgbClr val="2D2D2D"/>
                </a:solidFill>
                <a:latin typeface="Gmarket Sans Medium"/>
              </a:rPr>
              <a:t> </a:t>
            </a:r>
            <a:r>
              <a:rPr lang="ko-KR" sz="2100" b="0" i="0" u="none" strike="noStrike" dirty="0">
                <a:solidFill>
                  <a:srgbClr val="2D2D2D"/>
                </a:solidFill>
                <a:ea typeface="Gmarket Sans Medium"/>
              </a:rPr>
              <a:t>예민한</a:t>
            </a:r>
            <a:r>
              <a:rPr lang="en-US" sz="2100" b="0" i="0" u="none" strike="noStrike" dirty="0">
                <a:solidFill>
                  <a:srgbClr val="2D2D2D"/>
                </a:solidFill>
                <a:latin typeface="Gmarket Sans Medium"/>
              </a:rPr>
              <a:t> </a:t>
            </a:r>
            <a:r>
              <a:rPr lang="ko-KR" sz="2100" b="0" i="0" u="none" strike="noStrike" dirty="0">
                <a:solidFill>
                  <a:srgbClr val="FF0000"/>
                </a:solidFill>
                <a:ea typeface="Gmarket Sans Medium"/>
              </a:rPr>
              <a:t>어린이에게</a:t>
            </a:r>
            <a:r>
              <a:rPr lang="en-US" sz="2100" b="0" i="0" u="none" strike="noStrike" dirty="0">
                <a:solidFill>
                  <a:srgbClr val="FF0000"/>
                </a:solidFill>
                <a:latin typeface="Gmarket Sans Medium"/>
              </a:rPr>
              <a:t> </a:t>
            </a:r>
            <a:r>
              <a:rPr lang="ko-KR" sz="2100" b="0" i="0" u="none" strike="noStrike" dirty="0">
                <a:solidFill>
                  <a:srgbClr val="FF0000"/>
                </a:solidFill>
                <a:ea typeface="Gmarket Sans Medium"/>
              </a:rPr>
              <a:t>더욱</a:t>
            </a:r>
            <a:r>
              <a:rPr lang="en-US" sz="2100" b="0" i="0" u="none" strike="noStrike" dirty="0">
                <a:solidFill>
                  <a:srgbClr val="FF0000"/>
                </a:solidFill>
                <a:latin typeface="Gmarket Sans Medium"/>
              </a:rPr>
              <a:t> </a:t>
            </a:r>
            <a:r>
              <a:rPr lang="ko-KR" sz="2100" b="0" i="0" u="none" strike="noStrike" dirty="0">
                <a:solidFill>
                  <a:srgbClr val="FF0000"/>
                </a:solidFill>
                <a:ea typeface="Gmarket Sans Medium"/>
              </a:rPr>
              <a:t>위험</a:t>
            </a:r>
          </a:p>
        </p:txBody>
      </p:sp>
      <p:pic>
        <p:nvPicPr>
          <p:cNvPr id="34" name="Picture 18">
            <a:extLst>
              <a:ext uri="{FF2B5EF4-FFF2-40B4-BE49-F238E27FC236}">
                <a16:creationId xmlns:a16="http://schemas.microsoft.com/office/drawing/2014/main" id="{4A7D6F6C-3F00-611B-CAA1-15586D20047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0000"/>
          </a:blip>
          <a:stretch>
            <a:fillRect/>
          </a:stretch>
        </p:blipFill>
        <p:spPr>
          <a:xfrm>
            <a:off x="12014200" y="3962400"/>
            <a:ext cx="5321300" cy="1816100"/>
          </a:xfrm>
          <a:prstGeom prst="rect">
            <a:avLst/>
          </a:prstGeom>
        </p:spPr>
      </p:pic>
      <p:sp>
        <p:nvSpPr>
          <p:cNvPr id="35" name="TextBox 19">
            <a:extLst>
              <a:ext uri="{FF2B5EF4-FFF2-40B4-BE49-F238E27FC236}">
                <a16:creationId xmlns:a16="http://schemas.microsoft.com/office/drawing/2014/main" id="{368802F7-5ABE-B7EA-3A6F-04E998B2E33D}"/>
              </a:ext>
            </a:extLst>
          </p:cNvPr>
          <p:cNvSpPr txBox="1"/>
          <p:nvPr/>
        </p:nvSpPr>
        <p:spPr>
          <a:xfrm>
            <a:off x="12433300" y="4508500"/>
            <a:ext cx="4483100" cy="698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2100" b="0" i="0" u="none" strike="noStrike" dirty="0">
                <a:solidFill>
                  <a:srgbClr val="2D2D2D"/>
                </a:solidFill>
                <a:ea typeface="Gmarket Sans Medium"/>
              </a:rPr>
              <a:t>버스</a:t>
            </a:r>
            <a:r>
              <a:rPr lang="en-US" sz="2100" b="0" i="0" u="none" strike="noStrike" dirty="0">
                <a:solidFill>
                  <a:srgbClr val="2D2D2D"/>
                </a:solidFill>
                <a:latin typeface="Gmarket Sans Medium"/>
              </a:rPr>
              <a:t> </a:t>
            </a:r>
            <a:r>
              <a:rPr lang="ko-KR" sz="2100" b="0" i="0" u="none" strike="noStrike" dirty="0">
                <a:solidFill>
                  <a:srgbClr val="2D2D2D"/>
                </a:solidFill>
                <a:ea typeface="Gmarket Sans Medium"/>
              </a:rPr>
              <a:t>속</a:t>
            </a:r>
            <a:r>
              <a:rPr lang="en-US" sz="2100" b="0" i="0" u="none" strike="noStrike" dirty="0">
                <a:solidFill>
                  <a:srgbClr val="2D2D2D"/>
                </a:solidFill>
                <a:latin typeface="Gmarket Sans Medium"/>
              </a:rPr>
              <a:t> </a:t>
            </a:r>
            <a:r>
              <a:rPr lang="ko-KR" sz="2100" b="0" i="0" u="none" strike="noStrike" dirty="0">
                <a:solidFill>
                  <a:srgbClr val="2D2D2D"/>
                </a:solidFill>
                <a:ea typeface="Gmarket Sans Medium"/>
              </a:rPr>
              <a:t>산소</a:t>
            </a:r>
            <a:r>
              <a:rPr lang="en-US" sz="2100" b="0" i="0" u="none" strike="noStrike" dirty="0">
                <a:solidFill>
                  <a:srgbClr val="2D2D2D"/>
                </a:solidFill>
                <a:latin typeface="Gmarket Sans Medium"/>
              </a:rPr>
              <a:t> </a:t>
            </a:r>
            <a:r>
              <a:rPr lang="ko-KR" sz="2100" b="0" i="0" u="none" strike="noStrike" dirty="0">
                <a:solidFill>
                  <a:srgbClr val="2D2D2D"/>
                </a:solidFill>
                <a:ea typeface="Gmarket Sans Medium"/>
              </a:rPr>
              <a:t>부족</a:t>
            </a:r>
            <a:r>
              <a:rPr lang="en-US" sz="2100" b="0" i="0" u="none" strike="noStrike" dirty="0">
                <a:solidFill>
                  <a:srgbClr val="2D2D2D"/>
                </a:solidFill>
                <a:latin typeface="Gmarket Sans Medium"/>
              </a:rPr>
              <a:t>, </a:t>
            </a:r>
            <a:r>
              <a:rPr lang="ko-KR" sz="2100" b="0" i="0" u="none" strike="noStrike" dirty="0">
                <a:solidFill>
                  <a:srgbClr val="2D2D2D"/>
                </a:solidFill>
                <a:ea typeface="Gmarket Sans Medium"/>
              </a:rPr>
              <a:t>여름철</a:t>
            </a:r>
            <a:r>
              <a:rPr lang="en-US" sz="2100" b="0" i="0" u="none" strike="noStrike" dirty="0">
                <a:solidFill>
                  <a:srgbClr val="2D2D2D"/>
                </a:solidFill>
                <a:latin typeface="Gmarket Sans Medium"/>
              </a:rPr>
              <a:t> </a:t>
            </a:r>
            <a:r>
              <a:rPr lang="ko-KR" sz="2100" b="0" i="0" u="none" strike="noStrike" dirty="0">
                <a:solidFill>
                  <a:srgbClr val="2D2D2D"/>
                </a:solidFill>
                <a:ea typeface="Gmarket Sans Medium"/>
              </a:rPr>
              <a:t>질식사고</a:t>
            </a:r>
            <a:r>
              <a:rPr lang="en-US" sz="2100" b="0" i="0" u="none" strike="noStrike" dirty="0">
                <a:solidFill>
                  <a:srgbClr val="2D2D2D"/>
                </a:solidFill>
                <a:latin typeface="Gmarket Sans Medium"/>
              </a:rPr>
              <a:t>, </a:t>
            </a:r>
          </a:p>
          <a:p>
            <a:pPr lvl="0" algn="ctr">
              <a:lnSpc>
                <a:spcPct val="99600"/>
              </a:lnSpc>
            </a:pPr>
            <a:r>
              <a:rPr lang="ko-KR" sz="2100" b="0" i="0" u="none" strike="noStrike" dirty="0">
                <a:solidFill>
                  <a:srgbClr val="2D2D2D"/>
                </a:solidFill>
                <a:ea typeface="Gmarket Sans Medium"/>
              </a:rPr>
              <a:t>겨울철</a:t>
            </a:r>
            <a:r>
              <a:rPr lang="en-US" sz="2100" b="0" i="0" u="none" strike="noStrike" dirty="0">
                <a:solidFill>
                  <a:srgbClr val="2D2D2D"/>
                </a:solidFill>
                <a:latin typeface="Gmarket Sans Medium"/>
              </a:rPr>
              <a:t> </a:t>
            </a:r>
            <a:r>
              <a:rPr lang="ko-KR" sz="2100" b="0" i="0" u="none" strike="noStrike" dirty="0">
                <a:solidFill>
                  <a:srgbClr val="2D2D2D"/>
                </a:solidFill>
                <a:ea typeface="Gmarket Sans Medium"/>
              </a:rPr>
              <a:t>동사사고로</a:t>
            </a:r>
            <a:r>
              <a:rPr lang="en-US" sz="2100" b="0" i="0" u="none" strike="noStrike" dirty="0">
                <a:solidFill>
                  <a:srgbClr val="2D2D2D"/>
                </a:solidFill>
                <a:latin typeface="Gmarket Sans Medium"/>
              </a:rPr>
              <a:t> </a:t>
            </a:r>
            <a:r>
              <a:rPr lang="ko-KR" sz="2100" b="0" i="0" u="none" strike="noStrike" dirty="0">
                <a:solidFill>
                  <a:srgbClr val="FF0000"/>
                </a:solidFill>
                <a:ea typeface="Gmarket Sans Medium"/>
              </a:rPr>
              <a:t>숨지는</a:t>
            </a:r>
            <a:r>
              <a:rPr lang="en-US" sz="2100" b="0" i="0" u="none" strike="noStrike" dirty="0">
                <a:solidFill>
                  <a:srgbClr val="FF0000"/>
                </a:solidFill>
                <a:latin typeface="Gmarket Sans Medium"/>
              </a:rPr>
              <a:t> </a:t>
            </a:r>
            <a:r>
              <a:rPr lang="ko-KR" sz="2100" b="0" i="0" u="none" strike="noStrike" dirty="0">
                <a:solidFill>
                  <a:srgbClr val="FF0000"/>
                </a:solidFill>
                <a:ea typeface="Gmarket Sans Medium"/>
              </a:rPr>
              <a:t>경우</a:t>
            </a:r>
            <a:r>
              <a:rPr lang="en-US" sz="2100" b="0" i="0" u="none" strike="noStrike" dirty="0">
                <a:solidFill>
                  <a:srgbClr val="FF0000"/>
                </a:solidFill>
                <a:latin typeface="Gmarket Sans Medium"/>
              </a:rPr>
              <a:t> </a:t>
            </a:r>
            <a:r>
              <a:rPr lang="ko-KR" sz="2100" b="0" i="0" u="none" strike="noStrike" dirty="0">
                <a:solidFill>
                  <a:srgbClr val="FF0000"/>
                </a:solidFill>
                <a:ea typeface="Gmarket Sans Medium"/>
              </a:rPr>
              <a:t>발생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F5F3CC-1B88-7B34-5731-EABEE3196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32" name="Picture 16">
            <a:extLst>
              <a:ext uri="{FF2B5EF4-FFF2-40B4-BE49-F238E27FC236}">
                <a16:creationId xmlns:a16="http://schemas.microsoft.com/office/drawing/2014/main" id="{6749E0DB-C5A3-2387-AC3A-AB4F08F5B255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>
            <a:off x="6667500" y="3962400"/>
            <a:ext cx="5334000" cy="1816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CF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469900"/>
            <a:ext cx="17614900" cy="93472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5187950" y="2673350"/>
            <a:ext cx="7912100" cy="4940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7029"/>
              </a:lnSpc>
            </a:pPr>
            <a:r>
              <a:rPr lang="en-US" sz="7100" b="0" i="0" u="none" strike="noStrike" dirty="0">
                <a:solidFill>
                  <a:srgbClr val="FD9F28"/>
                </a:solidFill>
                <a:latin typeface="Gmarket Sans Bold" panose="020B0600000101010101" charset="-127"/>
                <a:ea typeface="Gmarket Sans Bold" panose="020B0600000101010101" charset="-127"/>
              </a:rPr>
              <a:t>03. How</a:t>
            </a:r>
          </a:p>
          <a:p>
            <a:pPr marL="914400" lvl="0" indent="-914400">
              <a:lnSpc>
                <a:spcPct val="117029"/>
              </a:lnSpc>
              <a:buFont typeface="+mj-lt"/>
              <a:buAutoNum type="arabicPeriod"/>
            </a:pPr>
            <a:r>
              <a:rPr lang="en-US" sz="4600" b="0" i="0" u="none" strike="noStrike" dirty="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System Structure</a:t>
            </a:r>
          </a:p>
          <a:p>
            <a:pPr marL="914400" lvl="0" indent="-914400">
              <a:lnSpc>
                <a:spcPct val="117029"/>
              </a:lnSpc>
              <a:buFont typeface="+mj-lt"/>
              <a:buAutoNum type="arabicPeriod"/>
            </a:pPr>
            <a:r>
              <a:rPr lang="en-US" sz="4600" b="0" i="0" u="none" strike="noStrike" dirty="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System Architecture</a:t>
            </a:r>
          </a:p>
          <a:p>
            <a:pPr marL="914400" lvl="0" indent="-914400">
              <a:lnSpc>
                <a:spcPct val="117029"/>
              </a:lnSpc>
              <a:buFont typeface="+mj-lt"/>
              <a:buAutoNum type="arabicPeriod"/>
            </a:pPr>
            <a:r>
              <a:rPr lang="en-US" sz="4600" b="0" i="0" u="none" strike="noStrike" dirty="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Flow Chart</a:t>
            </a:r>
          </a:p>
          <a:p>
            <a:pPr marL="914400" lvl="0" indent="-914400">
              <a:lnSpc>
                <a:spcPct val="117029"/>
              </a:lnSpc>
              <a:buFont typeface="+mj-lt"/>
              <a:buAutoNum type="arabicPeriod"/>
            </a:pPr>
            <a:r>
              <a:rPr lang="en-US" sz="4600" b="0" i="0" u="none" strike="noStrike" dirty="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User Interface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11F6B7-0F67-CD35-2B22-84132AC17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3908" b="8616"/>
          <a:stretch/>
        </p:blipFill>
        <p:spPr>
          <a:xfrm>
            <a:off x="1597025" y="2247900"/>
            <a:ext cx="15093950" cy="7391400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E037A113-8998-60F3-C1C7-723616AF9E0A}"/>
              </a:ext>
            </a:extLst>
          </p:cNvPr>
          <p:cNvGrpSpPr/>
          <p:nvPr/>
        </p:nvGrpSpPr>
        <p:grpSpPr>
          <a:xfrm>
            <a:off x="1066800" y="800100"/>
            <a:ext cx="6921500" cy="1422400"/>
            <a:chOff x="1193800" y="1295400"/>
            <a:chExt cx="6921500" cy="1422400"/>
          </a:xfrm>
        </p:grpSpPr>
        <p:sp>
          <p:nvSpPr>
            <p:cNvPr id="3" name="TextBox 3"/>
            <p:cNvSpPr txBox="1"/>
            <p:nvPr/>
          </p:nvSpPr>
          <p:spPr>
            <a:xfrm>
              <a:off x="1193800" y="1689100"/>
              <a:ext cx="6921500" cy="1028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99600"/>
                </a:lnSpc>
              </a:pPr>
              <a:r>
                <a:rPr lang="en-US" sz="5800" b="0" i="0" u="none" strike="noStrike" spc="-200">
                  <a:solidFill>
                    <a:srgbClr val="FD9F28"/>
                  </a:solidFill>
                  <a:latin typeface="Gmarket Sans Bold"/>
                </a:rPr>
                <a:t>System Structure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93800" y="1295400"/>
              <a:ext cx="38100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107899"/>
                </a:lnSpc>
              </a:pPr>
              <a:r>
                <a:rPr lang="en-US" sz="1800" b="0" i="0" u="none" strike="noStrike">
                  <a:solidFill>
                    <a:srgbClr val="2D2D2D">
                      <a:alpha val="60000"/>
                    </a:srgbClr>
                  </a:solidFill>
                  <a:latin typeface="Gmarket Sans Medium"/>
                </a:rPr>
                <a:t>3. How</a:t>
              </a:r>
            </a:p>
          </p:txBody>
        </p: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124591-0CE9-8F77-D733-E55D2C036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100" y="2298699"/>
            <a:ext cx="12877800" cy="7558709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9BC1B5C2-B5A6-5BDF-64B9-AFBCF1BCDACF}"/>
              </a:ext>
            </a:extLst>
          </p:cNvPr>
          <p:cNvGrpSpPr/>
          <p:nvPr/>
        </p:nvGrpSpPr>
        <p:grpSpPr>
          <a:xfrm>
            <a:off x="1066800" y="800100"/>
            <a:ext cx="8089900" cy="1422400"/>
            <a:chOff x="1193800" y="1295400"/>
            <a:chExt cx="8089900" cy="1422400"/>
          </a:xfrm>
        </p:grpSpPr>
        <p:sp>
          <p:nvSpPr>
            <p:cNvPr id="3" name="TextBox 3"/>
            <p:cNvSpPr txBox="1"/>
            <p:nvPr/>
          </p:nvSpPr>
          <p:spPr>
            <a:xfrm>
              <a:off x="1193800" y="1689100"/>
              <a:ext cx="8089900" cy="1028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99600"/>
                </a:lnSpc>
              </a:pPr>
              <a:r>
                <a:rPr lang="en-US" sz="5800" b="0" i="0" u="none" strike="noStrike" spc="-200">
                  <a:solidFill>
                    <a:srgbClr val="FD9F28"/>
                  </a:solidFill>
                  <a:latin typeface="Gmarket Sans Bold"/>
                </a:rPr>
                <a:t>System Architecture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93800" y="1295400"/>
              <a:ext cx="38100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107899"/>
                </a:lnSpc>
              </a:pPr>
              <a:r>
                <a:rPr lang="en-US" sz="1800" b="0" i="0" u="none" strike="noStrike">
                  <a:solidFill>
                    <a:srgbClr val="2D2D2D">
                      <a:alpha val="60000"/>
                    </a:srgbClr>
                  </a:solidFill>
                  <a:latin typeface="Gmarket Sans Medium"/>
                </a:rPr>
                <a:t>3. How</a:t>
              </a:r>
            </a:p>
          </p:txBody>
        </p: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EDF44A9-7969-1346-1146-9FF7A5748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340" y="2019300"/>
            <a:ext cx="13079320" cy="8001000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6C5ACA3-4164-E3A6-8CA8-2253F114E969}"/>
              </a:ext>
            </a:extLst>
          </p:cNvPr>
          <p:cNvGrpSpPr/>
          <p:nvPr/>
        </p:nvGrpSpPr>
        <p:grpSpPr>
          <a:xfrm>
            <a:off x="1066800" y="800100"/>
            <a:ext cx="6921500" cy="1422400"/>
            <a:chOff x="1193800" y="1295400"/>
            <a:chExt cx="6921500" cy="1422400"/>
          </a:xfrm>
        </p:grpSpPr>
        <p:sp>
          <p:nvSpPr>
            <p:cNvPr id="3" name="TextBox 3"/>
            <p:cNvSpPr txBox="1"/>
            <p:nvPr/>
          </p:nvSpPr>
          <p:spPr>
            <a:xfrm>
              <a:off x="1193800" y="1689100"/>
              <a:ext cx="6921500" cy="1028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99600"/>
                </a:lnSpc>
              </a:pPr>
              <a:r>
                <a:rPr lang="en-US" sz="5800" b="0" i="0" u="none" strike="noStrike" spc="-200">
                  <a:solidFill>
                    <a:srgbClr val="FD9F28"/>
                  </a:solidFill>
                  <a:latin typeface="Gmarket Sans Bold"/>
                </a:rPr>
                <a:t>Flow Chart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93800" y="1295400"/>
              <a:ext cx="38100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107899"/>
                </a:lnSpc>
              </a:pPr>
              <a:r>
                <a:rPr lang="en-US" sz="1800" b="0" i="0" u="none" strike="noStrike">
                  <a:solidFill>
                    <a:srgbClr val="2D2D2D">
                      <a:alpha val="60000"/>
                    </a:srgbClr>
                  </a:solidFill>
                  <a:latin typeface="Gmarket Sans Medium"/>
                </a:rPr>
                <a:t>3. How</a:t>
              </a:r>
            </a:p>
          </p:txBody>
        </p: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FD0D9D3-EA34-CE61-B8D5-960F6FBC8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808BB0C-6883-D831-49E5-3E856A2CB600}"/>
              </a:ext>
            </a:extLst>
          </p:cNvPr>
          <p:cNvGrpSpPr/>
          <p:nvPr/>
        </p:nvGrpSpPr>
        <p:grpSpPr>
          <a:xfrm>
            <a:off x="1193800" y="3467100"/>
            <a:ext cx="3530600" cy="5588000"/>
            <a:chOff x="1282700" y="3465830"/>
            <a:chExt cx="3530600" cy="5588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82700" y="3465830"/>
              <a:ext cx="3530600" cy="5588000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71600" y="3556000"/>
              <a:ext cx="3340100" cy="5397500"/>
            </a:xfrm>
            <a:prstGeom prst="rect">
              <a:avLst/>
            </a:prstGeom>
          </p:spPr>
        </p:pic>
      </p:grpSp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1D4408E1-BF1B-0772-9072-F2B12D41541B}"/>
              </a:ext>
            </a:extLst>
          </p:cNvPr>
          <p:cNvGrpSpPr/>
          <p:nvPr/>
        </p:nvGrpSpPr>
        <p:grpSpPr>
          <a:xfrm>
            <a:off x="9906000" y="3467100"/>
            <a:ext cx="3530600" cy="5588000"/>
            <a:chOff x="9880600" y="3416300"/>
            <a:chExt cx="3530600" cy="5588000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80600" y="3416300"/>
              <a:ext cx="3530600" cy="5588000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75850" y="3511550"/>
              <a:ext cx="3340100" cy="5397500"/>
            </a:xfrm>
            <a:prstGeom prst="rect">
              <a:avLst/>
            </a:prstGeom>
          </p:spPr>
        </p:pic>
      </p:grpSp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E6D0B5F3-B663-8DCB-5230-7B5B99400FEB}"/>
              </a:ext>
            </a:extLst>
          </p:cNvPr>
          <p:cNvGrpSpPr/>
          <p:nvPr/>
        </p:nvGrpSpPr>
        <p:grpSpPr>
          <a:xfrm>
            <a:off x="1066800" y="800100"/>
            <a:ext cx="7835900" cy="1422400"/>
            <a:chOff x="1193800" y="1295400"/>
            <a:chExt cx="7835900" cy="1422400"/>
          </a:xfrm>
        </p:grpSpPr>
        <p:sp>
          <p:nvSpPr>
            <p:cNvPr id="14" name="TextBox 14"/>
            <p:cNvSpPr txBox="1"/>
            <p:nvPr/>
          </p:nvSpPr>
          <p:spPr>
            <a:xfrm>
              <a:off x="1193800" y="1689100"/>
              <a:ext cx="7835900" cy="1028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99600"/>
                </a:lnSpc>
              </a:pPr>
              <a:r>
                <a:rPr lang="en-US" sz="5800" b="0" i="0" u="none" strike="noStrike" spc="-200" dirty="0">
                  <a:solidFill>
                    <a:srgbClr val="FD9F28"/>
                  </a:solidFill>
                  <a:latin typeface="Gmarket Sans Bold"/>
                </a:rPr>
                <a:t>User Interface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93800" y="1295400"/>
              <a:ext cx="38100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107899"/>
                </a:lnSpc>
              </a:pPr>
              <a:r>
                <a:rPr lang="en-US" sz="1800" b="0" i="0" u="none" strike="noStrike">
                  <a:solidFill>
                    <a:srgbClr val="2D2D2D">
                      <a:alpha val="60000"/>
                    </a:srgbClr>
                  </a:solidFill>
                  <a:latin typeface="Gmarket Sans Medium"/>
                </a:rPr>
                <a:t>3. How</a:t>
              </a:r>
            </a:p>
          </p:txBody>
        </p:sp>
      </p:grp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531ECF93-0803-1A94-CEFC-DA0ED9BB9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08772F59-E451-4150-F5F8-32ECC28D8156}"/>
              </a:ext>
            </a:extLst>
          </p:cNvPr>
          <p:cNvGrpSpPr/>
          <p:nvPr/>
        </p:nvGrpSpPr>
        <p:grpSpPr>
          <a:xfrm>
            <a:off x="5105400" y="2324100"/>
            <a:ext cx="3467100" cy="6731000"/>
            <a:chOff x="825500" y="3124200"/>
            <a:chExt cx="3467100" cy="6731000"/>
          </a:xfrm>
        </p:grpSpPr>
        <p:pic>
          <p:nvPicPr>
            <p:cNvPr id="18" name="Picture 5">
              <a:extLst>
                <a:ext uri="{FF2B5EF4-FFF2-40B4-BE49-F238E27FC236}">
                  <a16:creationId xmlns:a16="http://schemas.microsoft.com/office/drawing/2014/main" id="{72BA32D1-79C5-3078-0F79-5E345199983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25500" y="3124200"/>
              <a:ext cx="3467100" cy="6731000"/>
            </a:xfrm>
            <a:prstGeom prst="rect">
              <a:avLst/>
            </a:prstGeom>
          </p:spPr>
        </p:pic>
        <p:pic>
          <p:nvPicPr>
            <p:cNvPr id="19" name="Picture 6">
              <a:extLst>
                <a:ext uri="{FF2B5EF4-FFF2-40B4-BE49-F238E27FC236}">
                  <a16:creationId xmlns:a16="http://schemas.microsoft.com/office/drawing/2014/main" id="{D7E59B7E-1E03-8B8B-10C5-6AFE1CB3DB6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30300" y="3644900"/>
              <a:ext cx="533400" cy="533400"/>
            </a:xfrm>
            <a:prstGeom prst="rect">
              <a:avLst/>
            </a:prstGeom>
          </p:spPr>
        </p:pic>
        <p:pic>
          <p:nvPicPr>
            <p:cNvPr id="20" name="Picture 7">
              <a:extLst>
                <a:ext uri="{FF2B5EF4-FFF2-40B4-BE49-F238E27FC236}">
                  <a16:creationId xmlns:a16="http://schemas.microsoft.com/office/drawing/2014/main" id="{0E4AF520-13E5-76F3-0FD8-C3E66990697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alphaModFix amt="10000"/>
            </a:blip>
            <a:stretch>
              <a:fillRect/>
            </a:stretch>
          </p:blipFill>
          <p:spPr>
            <a:xfrm>
              <a:off x="1181100" y="4546600"/>
              <a:ext cx="2755900" cy="1511300"/>
            </a:xfrm>
            <a:prstGeom prst="rect">
              <a:avLst/>
            </a:prstGeom>
          </p:spPr>
        </p:pic>
        <p:pic>
          <p:nvPicPr>
            <p:cNvPr id="21" name="Picture 8">
              <a:extLst>
                <a:ext uri="{FF2B5EF4-FFF2-40B4-BE49-F238E27FC236}">
                  <a16:creationId xmlns:a16="http://schemas.microsoft.com/office/drawing/2014/main" id="{D67A8502-E0AC-C708-5810-74177D6EB15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alphaModFix amt="10000"/>
            </a:blip>
            <a:stretch>
              <a:fillRect/>
            </a:stretch>
          </p:blipFill>
          <p:spPr>
            <a:xfrm>
              <a:off x="1181100" y="6273800"/>
              <a:ext cx="2755900" cy="1511300"/>
            </a:xfrm>
            <a:prstGeom prst="rect">
              <a:avLst/>
            </a:prstGeom>
          </p:spPr>
        </p:pic>
        <p:pic>
          <p:nvPicPr>
            <p:cNvPr id="22" name="Picture 9">
              <a:extLst>
                <a:ext uri="{FF2B5EF4-FFF2-40B4-BE49-F238E27FC236}">
                  <a16:creationId xmlns:a16="http://schemas.microsoft.com/office/drawing/2014/main" id="{DEDA2B69-6ACD-5BA7-5ABD-72E241F2A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alphaModFix amt="10000"/>
            </a:blip>
            <a:stretch>
              <a:fillRect/>
            </a:stretch>
          </p:blipFill>
          <p:spPr>
            <a:xfrm>
              <a:off x="1181100" y="8001000"/>
              <a:ext cx="2755900" cy="1511300"/>
            </a:xfrm>
            <a:prstGeom prst="rect">
              <a:avLst/>
            </a:prstGeom>
          </p:spPr>
        </p:pic>
        <p:pic>
          <p:nvPicPr>
            <p:cNvPr id="23" name="Picture 10">
              <a:extLst>
                <a:ext uri="{FF2B5EF4-FFF2-40B4-BE49-F238E27FC236}">
                  <a16:creationId xmlns:a16="http://schemas.microsoft.com/office/drawing/2014/main" id="{ED7643CE-1189-546E-3F7E-AAC2F5416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460500" y="4787900"/>
              <a:ext cx="495300" cy="495300"/>
            </a:xfrm>
            <a:prstGeom prst="rect">
              <a:avLst/>
            </a:prstGeom>
          </p:spPr>
        </p:pic>
        <p:pic>
          <p:nvPicPr>
            <p:cNvPr id="24" name="Picture 11">
              <a:extLst>
                <a:ext uri="{FF2B5EF4-FFF2-40B4-BE49-F238E27FC236}">
                  <a16:creationId xmlns:a16="http://schemas.microsoft.com/office/drawing/2014/main" id="{886B7D19-383A-3C6D-4896-24AD45F7DF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460500" y="5219700"/>
              <a:ext cx="635000" cy="571500"/>
            </a:xfrm>
            <a:prstGeom prst="rect">
              <a:avLst/>
            </a:prstGeom>
          </p:spPr>
        </p:pic>
        <p:pic>
          <p:nvPicPr>
            <p:cNvPr id="25" name="Picture 12">
              <a:extLst>
                <a:ext uri="{FF2B5EF4-FFF2-40B4-BE49-F238E27FC236}">
                  <a16:creationId xmlns:a16="http://schemas.microsoft.com/office/drawing/2014/main" id="{D68EB6C7-BA88-EDD4-4DA9-93A52CC69C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397000" y="8331200"/>
              <a:ext cx="850900" cy="850900"/>
            </a:xfrm>
            <a:prstGeom prst="rect">
              <a:avLst/>
            </a:prstGeom>
          </p:spPr>
        </p:pic>
        <p:pic>
          <p:nvPicPr>
            <p:cNvPr id="26" name="Picture 13">
              <a:extLst>
                <a:ext uri="{FF2B5EF4-FFF2-40B4-BE49-F238E27FC236}">
                  <a16:creationId xmlns:a16="http://schemas.microsoft.com/office/drawing/2014/main" id="{4B85AAF1-F100-BBB9-C34F-3A17C953D8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46200" y="6616700"/>
              <a:ext cx="863600" cy="863600"/>
            </a:xfrm>
            <a:prstGeom prst="rect">
              <a:avLst/>
            </a:prstGeom>
          </p:spPr>
        </p:pic>
        <p:sp>
          <p:nvSpPr>
            <p:cNvPr id="27" name="TextBox 14">
              <a:extLst>
                <a:ext uri="{FF2B5EF4-FFF2-40B4-BE49-F238E27FC236}">
                  <a16:creationId xmlns:a16="http://schemas.microsoft.com/office/drawing/2014/main" id="{3403306E-494C-0D3F-3EE1-CE1E87E330EE}"/>
                </a:ext>
              </a:extLst>
            </p:cNvPr>
            <p:cNvSpPr txBox="1"/>
            <p:nvPr/>
          </p:nvSpPr>
          <p:spPr>
            <a:xfrm>
              <a:off x="1689100" y="3619500"/>
              <a:ext cx="2286000" cy="520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900" b="0" i="0" u="none" strike="noStrike">
                  <a:solidFill>
                    <a:srgbClr val="FFFFFF"/>
                  </a:solidFill>
                  <a:latin typeface="Noto Sans CJK KR Bold"/>
                </a:rPr>
                <a:t>Application</a:t>
              </a:r>
            </a:p>
          </p:txBody>
        </p:sp>
        <p:sp>
          <p:nvSpPr>
            <p:cNvPr id="28" name="TextBox 16">
              <a:extLst>
                <a:ext uri="{FF2B5EF4-FFF2-40B4-BE49-F238E27FC236}">
                  <a16:creationId xmlns:a16="http://schemas.microsoft.com/office/drawing/2014/main" id="{28FD1A8E-E62F-0957-64D2-20F1624AC3C8}"/>
                </a:ext>
              </a:extLst>
            </p:cNvPr>
            <p:cNvSpPr txBox="1"/>
            <p:nvPr/>
          </p:nvSpPr>
          <p:spPr>
            <a:xfrm>
              <a:off x="2374900" y="4914900"/>
              <a:ext cx="1295400" cy="4191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ko-KR" sz="1300" b="0" i="0" u="sng" strike="noStrike" dirty="0">
                  <a:solidFill>
                    <a:srgbClr val="FD9F28"/>
                  </a:solidFill>
                  <a:ea typeface="Noto Sans CJK KR Medium"/>
                </a:rPr>
                <a:t>학부모</a:t>
              </a:r>
              <a:r>
                <a:rPr lang="en-US" sz="1300" b="0" i="0" u="sng" strike="noStrike" dirty="0">
                  <a:solidFill>
                    <a:srgbClr val="FD9F28"/>
                  </a:solidFill>
                  <a:latin typeface="Noto Sans CJK KR Medium"/>
                </a:rPr>
                <a:t> </a:t>
              </a:r>
              <a:r>
                <a:rPr lang="ko-KR" sz="1300" b="0" i="0" u="sng" strike="noStrike" dirty="0">
                  <a:solidFill>
                    <a:srgbClr val="FD9F28"/>
                  </a:solidFill>
                  <a:ea typeface="Noto Sans CJK KR Medium"/>
                </a:rPr>
                <a:t>사용자</a:t>
              </a:r>
            </a:p>
            <a:p>
              <a:pPr lvl="0" algn="l">
                <a:lnSpc>
                  <a:spcPct val="99600"/>
                </a:lnSpc>
              </a:pPr>
              <a:r>
                <a:rPr lang="ko-KR" sz="1300" b="0" i="0" u="sng" strike="noStrike" dirty="0">
                  <a:solidFill>
                    <a:srgbClr val="000000"/>
                  </a:solidFill>
                  <a:ea typeface="Noto Sans CJK KR Medium"/>
                </a:rPr>
                <a:t>전용버튼</a:t>
              </a:r>
              <a:r>
                <a:rPr lang="en-US" sz="1300" b="0" i="0" u="sng" strike="noStrike" dirty="0">
                  <a:solidFill>
                    <a:srgbClr val="000000"/>
                  </a:solidFill>
                  <a:latin typeface="Noto Sans CJK KR Medium"/>
                </a:rPr>
                <a:t> </a:t>
              </a:r>
              <a:r>
                <a:rPr lang="ko-KR" sz="1300" b="0" i="0" u="sng" strike="noStrike" dirty="0">
                  <a:solidFill>
                    <a:srgbClr val="000000"/>
                  </a:solidFill>
                  <a:ea typeface="Noto Sans CJK KR Medium"/>
                </a:rPr>
                <a:t>입니다</a:t>
              </a:r>
              <a:r>
                <a:rPr lang="en-US" sz="1300" b="0" i="0" u="sng" strike="noStrike" dirty="0">
                  <a:solidFill>
                    <a:srgbClr val="000000"/>
                  </a:solidFill>
                  <a:latin typeface="Noto Sans CJK KR Medium"/>
                </a:rPr>
                <a:t>.</a:t>
              </a:r>
            </a:p>
          </p:txBody>
        </p:sp>
        <p:sp>
          <p:nvSpPr>
            <p:cNvPr id="29" name="TextBox 17">
              <a:extLst>
                <a:ext uri="{FF2B5EF4-FFF2-40B4-BE49-F238E27FC236}">
                  <a16:creationId xmlns:a16="http://schemas.microsoft.com/office/drawing/2014/main" id="{93709D88-300D-9520-4F5A-2027AA0041E1}"/>
                </a:ext>
              </a:extLst>
            </p:cNvPr>
            <p:cNvSpPr txBox="1"/>
            <p:nvPr/>
          </p:nvSpPr>
          <p:spPr>
            <a:xfrm>
              <a:off x="2349500" y="5422900"/>
              <a:ext cx="1460500" cy="2667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ko-KR" sz="800" b="0" i="0" u="none" strike="noStrike" dirty="0">
                  <a:solidFill>
                    <a:srgbClr val="595959"/>
                  </a:solidFill>
                  <a:ea typeface="Gmarket Sans Medium" panose="020B0600000101010101" charset="-127"/>
                </a:rPr>
                <a:t>이</a:t>
              </a:r>
              <a:r>
                <a:rPr lang="en-US" sz="800" b="0" i="0" u="none" strike="noStrike" dirty="0">
                  <a:solidFill>
                    <a:srgbClr val="595959"/>
                  </a:solidFill>
                  <a:latin typeface="Gmarket Sans Medium" panose="020B0600000101010101" charset="-127"/>
                </a:rPr>
                <a:t> </a:t>
              </a:r>
              <a:r>
                <a:rPr lang="ko-KR" sz="800" b="0" i="0" u="none" strike="noStrike" dirty="0">
                  <a:solidFill>
                    <a:srgbClr val="595959"/>
                  </a:solidFill>
                  <a:ea typeface="Gmarket Sans Medium" panose="020B0600000101010101" charset="-127"/>
                </a:rPr>
                <a:t>버튼을</a:t>
              </a:r>
              <a:r>
                <a:rPr lang="en-US" sz="800" b="0" i="0" u="none" strike="noStrike" dirty="0">
                  <a:solidFill>
                    <a:srgbClr val="595959"/>
                  </a:solidFill>
                  <a:latin typeface="Gmarket Sans Medium" panose="020B0600000101010101" charset="-127"/>
                </a:rPr>
                <a:t> </a:t>
              </a:r>
              <a:r>
                <a:rPr lang="ko-KR" sz="800" b="0" i="0" u="none" strike="noStrike" dirty="0">
                  <a:solidFill>
                    <a:srgbClr val="595959"/>
                  </a:solidFill>
                  <a:ea typeface="Gmarket Sans Medium" panose="020B0600000101010101" charset="-127"/>
                </a:rPr>
                <a:t>클릭하시면</a:t>
              </a:r>
              <a:r>
                <a:rPr lang="en-US" sz="800" b="0" i="0" u="none" strike="noStrike" dirty="0">
                  <a:solidFill>
                    <a:srgbClr val="595959"/>
                  </a:solidFill>
                  <a:latin typeface="Gmarket Sans Medium" panose="020B0600000101010101" charset="-127"/>
                </a:rPr>
                <a:t> </a:t>
              </a:r>
              <a:r>
                <a:rPr lang="ko-KR" sz="800" b="0" i="0" u="none" strike="noStrike" dirty="0">
                  <a:solidFill>
                    <a:srgbClr val="595959"/>
                  </a:solidFill>
                  <a:ea typeface="Gmarket Sans Medium" panose="020B0600000101010101" charset="-127"/>
                </a:rPr>
                <a:t>학부모</a:t>
              </a:r>
            </a:p>
            <a:p>
              <a:pPr lvl="0" algn="l">
                <a:lnSpc>
                  <a:spcPct val="99600"/>
                </a:lnSpc>
              </a:pPr>
              <a:r>
                <a:rPr lang="ko-KR" sz="800" b="0" i="0" u="none" strike="noStrike" dirty="0">
                  <a:solidFill>
                    <a:srgbClr val="595959"/>
                  </a:solidFill>
                  <a:ea typeface="Gmarket Sans Medium" panose="020B0600000101010101" charset="-127"/>
                </a:rPr>
                <a:t>사용자</a:t>
              </a:r>
              <a:r>
                <a:rPr lang="en-US" sz="800" b="0" i="0" u="none" strike="noStrike" dirty="0">
                  <a:solidFill>
                    <a:srgbClr val="595959"/>
                  </a:solidFill>
                  <a:latin typeface="Gmarket Sans Medium" panose="020B0600000101010101" charset="-127"/>
                </a:rPr>
                <a:t> </a:t>
              </a:r>
              <a:r>
                <a:rPr lang="ko-KR" sz="800" b="0" i="0" u="none" strike="noStrike" dirty="0">
                  <a:solidFill>
                    <a:srgbClr val="595959"/>
                  </a:solidFill>
                  <a:ea typeface="Gmarket Sans Medium" panose="020B0600000101010101" charset="-127"/>
                </a:rPr>
                <a:t>전용</a:t>
              </a:r>
              <a:r>
                <a:rPr lang="en-US" sz="800" b="0" i="0" u="none" strike="noStrike" dirty="0">
                  <a:solidFill>
                    <a:srgbClr val="595959"/>
                  </a:solidFill>
                  <a:latin typeface="Gmarket Sans Medium" panose="020B0600000101010101" charset="-127"/>
                </a:rPr>
                <a:t> </a:t>
              </a:r>
              <a:r>
                <a:rPr lang="ko-KR" sz="800" b="0" i="0" u="none" strike="noStrike" dirty="0">
                  <a:solidFill>
                    <a:srgbClr val="595959"/>
                  </a:solidFill>
                  <a:ea typeface="Gmarket Sans Medium" panose="020B0600000101010101" charset="-127"/>
                </a:rPr>
                <a:t>페이지로</a:t>
              </a:r>
              <a:r>
                <a:rPr lang="en-US" sz="800" b="0" i="0" u="none" strike="noStrike" dirty="0">
                  <a:solidFill>
                    <a:srgbClr val="595959"/>
                  </a:solidFill>
                  <a:latin typeface="Gmarket Sans Medium" panose="020B0600000101010101" charset="-127"/>
                </a:rPr>
                <a:t> </a:t>
              </a:r>
              <a:r>
                <a:rPr lang="ko-KR" sz="800" b="0" i="0" u="none" strike="noStrike" dirty="0">
                  <a:solidFill>
                    <a:srgbClr val="595959"/>
                  </a:solidFill>
                  <a:ea typeface="Gmarket Sans Medium" panose="020B0600000101010101" charset="-127"/>
                </a:rPr>
                <a:t>이동합니다</a:t>
              </a:r>
              <a:r>
                <a:rPr lang="en-US" sz="800" b="0" i="0" u="none" strike="noStrike" dirty="0">
                  <a:solidFill>
                    <a:srgbClr val="595959"/>
                  </a:solidFill>
                  <a:latin typeface="Gmarket Sans Medium" panose="020B0600000101010101" charset="-127"/>
                </a:rPr>
                <a:t>.</a:t>
              </a:r>
            </a:p>
          </p:txBody>
        </p:sp>
        <p:sp>
          <p:nvSpPr>
            <p:cNvPr id="30" name="TextBox 18">
              <a:extLst>
                <a:ext uri="{FF2B5EF4-FFF2-40B4-BE49-F238E27FC236}">
                  <a16:creationId xmlns:a16="http://schemas.microsoft.com/office/drawing/2014/main" id="{90754BA1-E6B6-D26D-B0C7-6947603AC902}"/>
                </a:ext>
              </a:extLst>
            </p:cNvPr>
            <p:cNvSpPr txBox="1"/>
            <p:nvPr/>
          </p:nvSpPr>
          <p:spPr>
            <a:xfrm>
              <a:off x="2349500" y="6705600"/>
              <a:ext cx="1371600" cy="4191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ko-KR" sz="1300" b="0" i="0" u="sng" strike="noStrike" dirty="0">
                  <a:solidFill>
                    <a:srgbClr val="FD9F28"/>
                  </a:solidFill>
                  <a:ea typeface="Noto Sans CJK KR Medium"/>
                </a:rPr>
                <a:t>교사</a:t>
              </a:r>
              <a:r>
                <a:rPr lang="en-US" sz="1300" b="0" i="0" u="sng" strike="noStrike" dirty="0">
                  <a:solidFill>
                    <a:srgbClr val="FD9F28"/>
                  </a:solidFill>
                  <a:latin typeface="Noto Sans CJK KR Medium"/>
                </a:rPr>
                <a:t> </a:t>
              </a:r>
              <a:r>
                <a:rPr lang="ko-KR" sz="1300" b="0" i="0" u="sng" strike="noStrike" dirty="0">
                  <a:solidFill>
                    <a:srgbClr val="FD9F28"/>
                  </a:solidFill>
                  <a:ea typeface="Noto Sans CJK KR Medium"/>
                </a:rPr>
                <a:t>사용자</a:t>
              </a:r>
            </a:p>
            <a:p>
              <a:pPr lvl="0" algn="l">
                <a:lnSpc>
                  <a:spcPct val="99600"/>
                </a:lnSpc>
              </a:pPr>
              <a:r>
                <a:rPr lang="ko-KR" sz="1300" b="0" i="0" u="sng" strike="noStrike" dirty="0">
                  <a:solidFill>
                    <a:srgbClr val="000000"/>
                  </a:solidFill>
                  <a:ea typeface="Noto Sans CJK KR Medium"/>
                </a:rPr>
                <a:t>전용버튼</a:t>
              </a:r>
              <a:r>
                <a:rPr lang="en-US" sz="1300" b="0" i="0" u="sng" strike="noStrike" dirty="0">
                  <a:solidFill>
                    <a:srgbClr val="000000"/>
                  </a:solidFill>
                  <a:latin typeface="Noto Sans CJK KR Medium"/>
                </a:rPr>
                <a:t> </a:t>
              </a:r>
              <a:r>
                <a:rPr lang="ko-KR" sz="1300" b="0" i="0" u="sng" strike="noStrike" dirty="0">
                  <a:solidFill>
                    <a:srgbClr val="000000"/>
                  </a:solidFill>
                  <a:ea typeface="Noto Sans CJK KR Medium"/>
                </a:rPr>
                <a:t>입니다</a:t>
              </a:r>
              <a:r>
                <a:rPr lang="en-US" sz="1300" b="0" i="0" u="sng" strike="noStrike" dirty="0">
                  <a:solidFill>
                    <a:srgbClr val="000000"/>
                  </a:solidFill>
                  <a:latin typeface="Noto Sans CJK KR Medium"/>
                </a:rPr>
                <a:t>.</a:t>
              </a:r>
            </a:p>
          </p:txBody>
        </p:sp>
        <p:sp>
          <p:nvSpPr>
            <p:cNvPr id="31" name="TextBox 19">
              <a:extLst>
                <a:ext uri="{FF2B5EF4-FFF2-40B4-BE49-F238E27FC236}">
                  <a16:creationId xmlns:a16="http://schemas.microsoft.com/office/drawing/2014/main" id="{95815323-614E-74A3-B7B0-064122D87077}"/>
                </a:ext>
              </a:extLst>
            </p:cNvPr>
            <p:cNvSpPr txBox="1"/>
            <p:nvPr/>
          </p:nvSpPr>
          <p:spPr>
            <a:xfrm>
              <a:off x="2349500" y="7239000"/>
              <a:ext cx="1155700" cy="2667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ko-KR" sz="800" b="0" i="0" u="none" strike="noStrike" dirty="0">
                  <a:solidFill>
                    <a:srgbClr val="595959"/>
                  </a:solidFill>
                  <a:ea typeface="Gmarket Sans Medium" panose="020B0600000101010101" charset="-127"/>
                </a:rPr>
                <a:t>이</a:t>
              </a:r>
              <a:r>
                <a:rPr lang="en-US" sz="800" b="0" i="0" u="none" strike="noStrike" dirty="0">
                  <a:solidFill>
                    <a:srgbClr val="595959"/>
                  </a:solidFill>
                  <a:latin typeface="Gmarket Sans Medium" panose="020B0600000101010101" charset="-127"/>
                </a:rPr>
                <a:t> </a:t>
              </a:r>
              <a:r>
                <a:rPr lang="ko-KR" sz="800" b="0" i="0" u="none" strike="noStrike" dirty="0">
                  <a:solidFill>
                    <a:srgbClr val="595959"/>
                  </a:solidFill>
                  <a:ea typeface="Gmarket Sans Medium" panose="020B0600000101010101" charset="-127"/>
                </a:rPr>
                <a:t>버튼을</a:t>
              </a:r>
              <a:r>
                <a:rPr lang="en-US" sz="800" b="0" i="0" u="none" strike="noStrike" dirty="0">
                  <a:solidFill>
                    <a:srgbClr val="595959"/>
                  </a:solidFill>
                  <a:latin typeface="Gmarket Sans Medium" panose="020B0600000101010101" charset="-127"/>
                </a:rPr>
                <a:t> </a:t>
              </a:r>
              <a:r>
                <a:rPr lang="ko-KR" sz="800" b="0" i="0" u="none" strike="noStrike" dirty="0">
                  <a:solidFill>
                    <a:srgbClr val="595959"/>
                  </a:solidFill>
                  <a:ea typeface="Gmarket Sans Medium" panose="020B0600000101010101" charset="-127"/>
                </a:rPr>
                <a:t>클릭하시면</a:t>
              </a:r>
              <a:r>
                <a:rPr lang="en-US" sz="800" b="0" i="0" u="none" strike="noStrike" dirty="0">
                  <a:solidFill>
                    <a:srgbClr val="595959"/>
                  </a:solidFill>
                  <a:latin typeface="Gmarket Sans Medium" panose="020B0600000101010101" charset="-127"/>
                </a:rPr>
                <a:t> </a:t>
              </a:r>
              <a:r>
                <a:rPr lang="ko-KR" sz="800" b="0" i="0" u="none" strike="noStrike" dirty="0">
                  <a:solidFill>
                    <a:srgbClr val="595959"/>
                  </a:solidFill>
                  <a:ea typeface="Gmarket Sans Medium" panose="020B0600000101010101" charset="-127"/>
                </a:rPr>
                <a:t>교사</a:t>
              </a:r>
            </a:p>
            <a:p>
              <a:pPr lvl="0" algn="l">
                <a:lnSpc>
                  <a:spcPct val="99600"/>
                </a:lnSpc>
              </a:pPr>
              <a:r>
                <a:rPr lang="ko-KR" sz="800" b="0" i="0" u="none" strike="noStrike" dirty="0">
                  <a:solidFill>
                    <a:srgbClr val="595959"/>
                  </a:solidFill>
                  <a:ea typeface="Gmarket Sans Medium" panose="020B0600000101010101" charset="-127"/>
                </a:rPr>
                <a:t>전용</a:t>
              </a:r>
              <a:r>
                <a:rPr lang="en-US" sz="800" b="0" i="0" u="none" strike="noStrike" dirty="0">
                  <a:solidFill>
                    <a:srgbClr val="595959"/>
                  </a:solidFill>
                  <a:latin typeface="Gmarket Sans Medium" panose="020B0600000101010101" charset="-127"/>
                </a:rPr>
                <a:t> </a:t>
              </a:r>
              <a:r>
                <a:rPr lang="ko-KR" sz="800" b="0" i="0" u="none" strike="noStrike" dirty="0">
                  <a:solidFill>
                    <a:srgbClr val="595959"/>
                  </a:solidFill>
                  <a:ea typeface="Gmarket Sans Medium" panose="020B0600000101010101" charset="-127"/>
                </a:rPr>
                <a:t>페이지로</a:t>
              </a:r>
              <a:r>
                <a:rPr lang="en-US" sz="800" b="0" i="0" u="none" strike="noStrike" dirty="0">
                  <a:solidFill>
                    <a:srgbClr val="595959"/>
                  </a:solidFill>
                  <a:latin typeface="Gmarket Sans Medium" panose="020B0600000101010101" charset="-127"/>
                </a:rPr>
                <a:t> </a:t>
              </a:r>
              <a:r>
                <a:rPr lang="ko-KR" sz="800" b="0" i="0" u="none" strike="noStrike" dirty="0">
                  <a:solidFill>
                    <a:srgbClr val="595959"/>
                  </a:solidFill>
                  <a:ea typeface="Gmarket Sans Medium" panose="020B0600000101010101" charset="-127"/>
                </a:rPr>
                <a:t>이동합니다</a:t>
              </a:r>
              <a:r>
                <a:rPr lang="en-US" sz="800" b="0" i="0" u="none" strike="noStrike" dirty="0">
                  <a:solidFill>
                    <a:srgbClr val="595959"/>
                  </a:solidFill>
                  <a:latin typeface="Gmarket Sans Medium" panose="020B0600000101010101" charset="-127"/>
                </a:rPr>
                <a:t>.</a:t>
              </a:r>
            </a:p>
          </p:txBody>
        </p:sp>
        <p:sp>
          <p:nvSpPr>
            <p:cNvPr id="32" name="TextBox 20">
              <a:extLst>
                <a:ext uri="{FF2B5EF4-FFF2-40B4-BE49-F238E27FC236}">
                  <a16:creationId xmlns:a16="http://schemas.microsoft.com/office/drawing/2014/main" id="{D50C6BCB-7DD8-F73F-9C22-5E87287F13D7}"/>
                </a:ext>
              </a:extLst>
            </p:cNvPr>
            <p:cNvSpPr txBox="1"/>
            <p:nvPr/>
          </p:nvSpPr>
          <p:spPr>
            <a:xfrm>
              <a:off x="2349500" y="8343900"/>
              <a:ext cx="1371600" cy="4191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ko-KR" sz="1300" b="0" i="0" u="sng" strike="noStrike" dirty="0">
                  <a:solidFill>
                    <a:srgbClr val="FD9F28"/>
                  </a:solidFill>
                  <a:ea typeface="Noto Sans CJK KR Medium"/>
                </a:rPr>
                <a:t>버스</a:t>
              </a:r>
              <a:r>
                <a:rPr lang="en-US" sz="1300" b="0" i="0" u="sng" strike="noStrike" dirty="0">
                  <a:solidFill>
                    <a:srgbClr val="FD9F28"/>
                  </a:solidFill>
                  <a:latin typeface="Noto Sans CJK KR Medium"/>
                </a:rPr>
                <a:t> </a:t>
              </a:r>
              <a:r>
                <a:rPr lang="ko-KR" sz="1300" b="0" i="0" u="sng" strike="noStrike" dirty="0" err="1">
                  <a:solidFill>
                    <a:srgbClr val="FD9F28"/>
                  </a:solidFill>
                  <a:ea typeface="Noto Sans CJK KR Medium"/>
                </a:rPr>
                <a:t>운행자</a:t>
              </a:r>
              <a:endParaRPr lang="ko-KR" sz="1300" b="0" i="0" u="sng" strike="noStrike" dirty="0">
                <a:solidFill>
                  <a:srgbClr val="FD9F28"/>
                </a:solidFill>
                <a:ea typeface="Noto Sans CJK KR Medium"/>
              </a:endParaRPr>
            </a:p>
            <a:p>
              <a:pPr lvl="0" algn="l">
                <a:lnSpc>
                  <a:spcPct val="99600"/>
                </a:lnSpc>
              </a:pPr>
              <a:r>
                <a:rPr lang="ko-KR" sz="1300" b="0" i="0" u="sng" strike="noStrike" dirty="0">
                  <a:solidFill>
                    <a:srgbClr val="000000"/>
                  </a:solidFill>
                  <a:ea typeface="Noto Sans CJK KR Medium"/>
                </a:rPr>
                <a:t>전용버튼</a:t>
              </a:r>
              <a:r>
                <a:rPr lang="en-US" sz="1300" b="0" i="0" u="sng" strike="noStrike" dirty="0">
                  <a:solidFill>
                    <a:srgbClr val="000000"/>
                  </a:solidFill>
                  <a:latin typeface="Noto Sans CJK KR Medium"/>
                </a:rPr>
                <a:t> </a:t>
              </a:r>
              <a:r>
                <a:rPr lang="ko-KR" sz="1300" b="0" i="0" u="sng" strike="noStrike" dirty="0">
                  <a:solidFill>
                    <a:srgbClr val="000000"/>
                  </a:solidFill>
                  <a:ea typeface="Noto Sans CJK KR Medium"/>
                </a:rPr>
                <a:t>입니다</a:t>
              </a:r>
              <a:r>
                <a:rPr lang="en-US" sz="1300" b="0" i="0" u="sng" strike="noStrike" dirty="0">
                  <a:solidFill>
                    <a:srgbClr val="000000"/>
                  </a:solidFill>
                  <a:latin typeface="Noto Sans CJK KR Medium"/>
                </a:rPr>
                <a:t>.</a:t>
              </a:r>
            </a:p>
          </p:txBody>
        </p:sp>
        <p:sp>
          <p:nvSpPr>
            <p:cNvPr id="33" name="TextBox 21">
              <a:extLst>
                <a:ext uri="{FF2B5EF4-FFF2-40B4-BE49-F238E27FC236}">
                  <a16:creationId xmlns:a16="http://schemas.microsoft.com/office/drawing/2014/main" id="{24529CD3-AC4B-8E57-FB91-9541AA9765A0}"/>
                </a:ext>
              </a:extLst>
            </p:cNvPr>
            <p:cNvSpPr txBox="1"/>
            <p:nvPr/>
          </p:nvSpPr>
          <p:spPr>
            <a:xfrm>
              <a:off x="2349500" y="8890000"/>
              <a:ext cx="1244600" cy="2667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ko-KR" sz="800" b="0" i="0" u="none" strike="noStrike" dirty="0">
                  <a:solidFill>
                    <a:srgbClr val="595959"/>
                  </a:solidFill>
                  <a:ea typeface="Gmarket Sans Medium" panose="020B0600000101010101" charset="-127"/>
                </a:rPr>
                <a:t>이</a:t>
              </a:r>
              <a:r>
                <a:rPr lang="en-US" sz="800" b="0" i="0" u="none" strike="noStrike" dirty="0">
                  <a:solidFill>
                    <a:srgbClr val="595959"/>
                  </a:solidFill>
                  <a:latin typeface="Gmarket Sans Medium" panose="020B0600000101010101" charset="-127"/>
                </a:rPr>
                <a:t> </a:t>
              </a:r>
              <a:r>
                <a:rPr lang="ko-KR" sz="800" b="0" i="0" u="none" strike="noStrike" dirty="0">
                  <a:solidFill>
                    <a:srgbClr val="595959"/>
                  </a:solidFill>
                  <a:ea typeface="Gmarket Sans Medium" panose="020B0600000101010101" charset="-127"/>
                </a:rPr>
                <a:t>버튼을</a:t>
              </a:r>
              <a:r>
                <a:rPr lang="en-US" sz="800" b="0" i="0" u="none" strike="noStrike" dirty="0">
                  <a:solidFill>
                    <a:srgbClr val="595959"/>
                  </a:solidFill>
                  <a:latin typeface="Gmarket Sans Medium" panose="020B0600000101010101" charset="-127"/>
                </a:rPr>
                <a:t> </a:t>
              </a:r>
              <a:r>
                <a:rPr lang="ko-KR" sz="800" b="0" i="0" u="none" strike="noStrike" dirty="0">
                  <a:solidFill>
                    <a:srgbClr val="595959"/>
                  </a:solidFill>
                  <a:ea typeface="Gmarket Sans Medium" panose="020B0600000101010101" charset="-127"/>
                </a:rPr>
                <a:t>클릭하시면</a:t>
              </a:r>
              <a:r>
                <a:rPr lang="en-US" sz="800" b="0" i="0" u="none" strike="noStrike" dirty="0">
                  <a:solidFill>
                    <a:srgbClr val="595959"/>
                  </a:solidFill>
                  <a:latin typeface="Gmarket Sans Medium" panose="020B0600000101010101" charset="-127"/>
                </a:rPr>
                <a:t> </a:t>
              </a:r>
              <a:r>
                <a:rPr lang="ko-KR" sz="800" b="0" i="0" u="none" strike="noStrike" dirty="0" err="1">
                  <a:solidFill>
                    <a:srgbClr val="595959"/>
                  </a:solidFill>
                  <a:ea typeface="Gmarket Sans Medium" panose="020B0600000101010101" charset="-127"/>
                </a:rPr>
                <a:t>운행자</a:t>
              </a:r>
              <a:endParaRPr lang="ko-KR" sz="800" b="0" i="0" u="none" strike="noStrike" dirty="0">
                <a:solidFill>
                  <a:srgbClr val="595959"/>
                </a:solidFill>
                <a:ea typeface="Gmarket Sans Medium" panose="020B0600000101010101" charset="-127"/>
              </a:endParaRPr>
            </a:p>
            <a:p>
              <a:pPr lvl="0" algn="l">
                <a:lnSpc>
                  <a:spcPct val="99600"/>
                </a:lnSpc>
              </a:pPr>
              <a:r>
                <a:rPr lang="ko-KR" sz="800" b="0" i="0" u="none" strike="noStrike" dirty="0">
                  <a:solidFill>
                    <a:srgbClr val="595959"/>
                  </a:solidFill>
                  <a:ea typeface="Gmarket Sans Medium" panose="020B0600000101010101" charset="-127"/>
                </a:rPr>
                <a:t>전용</a:t>
              </a:r>
              <a:r>
                <a:rPr lang="en-US" sz="800" b="0" i="0" u="none" strike="noStrike" dirty="0">
                  <a:solidFill>
                    <a:srgbClr val="595959"/>
                  </a:solidFill>
                  <a:latin typeface="Gmarket Sans Medium" panose="020B0600000101010101" charset="-127"/>
                </a:rPr>
                <a:t> </a:t>
              </a:r>
              <a:r>
                <a:rPr lang="ko-KR" sz="800" b="0" i="0" u="none" strike="noStrike" dirty="0">
                  <a:solidFill>
                    <a:srgbClr val="595959"/>
                  </a:solidFill>
                  <a:ea typeface="Gmarket Sans Medium" panose="020B0600000101010101" charset="-127"/>
                </a:rPr>
                <a:t>페이지로</a:t>
              </a:r>
              <a:r>
                <a:rPr lang="en-US" sz="800" b="0" i="0" u="none" strike="noStrike" dirty="0">
                  <a:solidFill>
                    <a:srgbClr val="595959"/>
                  </a:solidFill>
                  <a:latin typeface="Gmarket Sans Medium" panose="020B0600000101010101" charset="-127"/>
                </a:rPr>
                <a:t> </a:t>
              </a:r>
              <a:r>
                <a:rPr lang="ko-KR" sz="800" b="0" i="0" u="none" strike="noStrike" dirty="0">
                  <a:solidFill>
                    <a:srgbClr val="595959"/>
                  </a:solidFill>
                  <a:ea typeface="Gmarket Sans Medium" panose="020B0600000101010101" charset="-127"/>
                </a:rPr>
                <a:t>이동합니다</a:t>
              </a:r>
              <a:r>
                <a:rPr lang="en-US" sz="800" b="0" i="0" u="none" strike="noStrike" dirty="0">
                  <a:solidFill>
                    <a:srgbClr val="595959"/>
                  </a:solidFill>
                  <a:latin typeface="Gmarket Sans Medium" panose="020B0600000101010101" charset="-127"/>
                </a:rPr>
                <a:t>.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61904ABD-D89A-43CD-AA2E-10B1320DEC60}"/>
              </a:ext>
            </a:extLst>
          </p:cNvPr>
          <p:cNvGrpSpPr/>
          <p:nvPr/>
        </p:nvGrpSpPr>
        <p:grpSpPr>
          <a:xfrm>
            <a:off x="13855700" y="2336800"/>
            <a:ext cx="3454400" cy="6718300"/>
            <a:chOff x="5295900" y="3124200"/>
            <a:chExt cx="3454400" cy="6718300"/>
          </a:xfrm>
        </p:grpSpPr>
        <p:pic>
          <p:nvPicPr>
            <p:cNvPr id="36" name="Picture 40">
              <a:extLst>
                <a:ext uri="{FF2B5EF4-FFF2-40B4-BE49-F238E27FC236}">
                  <a16:creationId xmlns:a16="http://schemas.microsoft.com/office/drawing/2014/main" id="{64AF7A5C-35C3-3486-FCAC-8ADD5A96FF6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295900" y="3124200"/>
              <a:ext cx="3454400" cy="6718300"/>
            </a:xfrm>
            <a:prstGeom prst="rect">
              <a:avLst/>
            </a:prstGeom>
          </p:spPr>
        </p:pic>
        <p:pic>
          <p:nvPicPr>
            <p:cNvPr id="37" name="Picture 41">
              <a:extLst>
                <a:ext uri="{FF2B5EF4-FFF2-40B4-BE49-F238E27FC236}">
                  <a16:creationId xmlns:a16="http://schemas.microsoft.com/office/drawing/2014/main" id="{4C47E7A8-171A-34C7-1597-49FE1D42E3C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00700" y="3644900"/>
              <a:ext cx="533400" cy="533400"/>
            </a:xfrm>
            <a:prstGeom prst="rect">
              <a:avLst/>
            </a:prstGeom>
          </p:spPr>
        </p:pic>
        <p:pic>
          <p:nvPicPr>
            <p:cNvPr id="38" name="Picture 42">
              <a:extLst>
                <a:ext uri="{FF2B5EF4-FFF2-40B4-BE49-F238E27FC236}">
                  <a16:creationId xmlns:a16="http://schemas.microsoft.com/office/drawing/2014/main" id="{C37B828F-15B9-22F4-0F76-18E71DCA65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alphaModFix amt="18000"/>
            </a:blip>
            <a:stretch>
              <a:fillRect/>
            </a:stretch>
          </p:blipFill>
          <p:spPr>
            <a:xfrm>
              <a:off x="5651500" y="5613400"/>
              <a:ext cx="2743200" cy="2159000"/>
            </a:xfrm>
            <a:prstGeom prst="rect">
              <a:avLst/>
            </a:prstGeom>
          </p:spPr>
        </p:pic>
        <p:pic>
          <p:nvPicPr>
            <p:cNvPr id="39" name="Picture 43">
              <a:extLst>
                <a:ext uri="{FF2B5EF4-FFF2-40B4-BE49-F238E27FC236}">
                  <a16:creationId xmlns:a16="http://schemas.microsoft.com/office/drawing/2014/main" id="{F088494C-5023-78C4-FEF1-331955ED567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816600" y="4673600"/>
              <a:ext cx="749300" cy="749300"/>
            </a:xfrm>
            <a:prstGeom prst="rect">
              <a:avLst/>
            </a:prstGeom>
          </p:spPr>
        </p:pic>
        <p:sp>
          <p:nvSpPr>
            <p:cNvPr id="40" name="TextBox 44">
              <a:extLst>
                <a:ext uri="{FF2B5EF4-FFF2-40B4-BE49-F238E27FC236}">
                  <a16:creationId xmlns:a16="http://schemas.microsoft.com/office/drawing/2014/main" id="{AD097E4B-7941-85F8-77DA-24CA3B64E39B}"/>
                </a:ext>
              </a:extLst>
            </p:cNvPr>
            <p:cNvSpPr txBox="1"/>
            <p:nvPr/>
          </p:nvSpPr>
          <p:spPr>
            <a:xfrm>
              <a:off x="6159500" y="3619500"/>
              <a:ext cx="2286000" cy="520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900" b="0" i="0" u="none" strike="noStrike">
                  <a:solidFill>
                    <a:srgbClr val="FFFFFF"/>
                  </a:solidFill>
                  <a:latin typeface="Noto Sans CJK KR Bold"/>
                </a:rPr>
                <a:t>Application</a:t>
              </a:r>
            </a:p>
          </p:txBody>
        </p:sp>
        <p:sp>
          <p:nvSpPr>
            <p:cNvPr id="41" name="TextBox 45">
              <a:extLst>
                <a:ext uri="{FF2B5EF4-FFF2-40B4-BE49-F238E27FC236}">
                  <a16:creationId xmlns:a16="http://schemas.microsoft.com/office/drawing/2014/main" id="{D31CF177-93CE-724F-BCB2-2C307F3DA3D2}"/>
                </a:ext>
              </a:extLst>
            </p:cNvPr>
            <p:cNvSpPr txBox="1"/>
            <p:nvPr/>
          </p:nvSpPr>
          <p:spPr>
            <a:xfrm>
              <a:off x="6858000" y="4838700"/>
              <a:ext cx="1282700" cy="4445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ko-KR" sz="1300" b="0" i="0" u="sng" strike="noStrike">
                  <a:solidFill>
                    <a:srgbClr val="FD9F28"/>
                  </a:solidFill>
                  <a:ea typeface="Noto Sans CJK KR Medium"/>
                </a:rPr>
                <a:t>기사님</a:t>
              </a:r>
              <a:r>
                <a:rPr lang="en-US" sz="1300" b="0" i="0" u="sng" strike="noStrike">
                  <a:solidFill>
                    <a:srgbClr val="FD9F28"/>
                  </a:solidFill>
                  <a:latin typeface="Noto Sans CJK KR Medium"/>
                </a:rPr>
                <a:t>,</a:t>
              </a:r>
            </a:p>
            <a:p>
              <a:pPr lvl="0" algn="l">
                <a:lnSpc>
                  <a:spcPct val="99600"/>
                </a:lnSpc>
              </a:pPr>
              <a:r>
                <a:rPr lang="ko-KR" sz="1300" b="0" i="0" u="sng" strike="noStrike">
                  <a:solidFill>
                    <a:srgbClr val="000000"/>
                  </a:solidFill>
                  <a:ea typeface="Noto Sans CJK KR Medium"/>
                </a:rPr>
                <a:t>안녕하세요</a:t>
              </a:r>
              <a:r>
                <a:rPr lang="en-US" sz="1300" b="0" i="0" u="sng" strike="noStrike">
                  <a:solidFill>
                    <a:srgbClr val="000000"/>
                  </a:solidFill>
                  <a:latin typeface="Noto Sans CJK KR Medium"/>
                </a:rPr>
                <a:t>!</a:t>
              </a:r>
            </a:p>
          </p:txBody>
        </p:sp>
        <p:pic>
          <p:nvPicPr>
            <p:cNvPr id="42" name="Picture 46">
              <a:extLst>
                <a:ext uri="{FF2B5EF4-FFF2-40B4-BE49-F238E27FC236}">
                  <a16:creationId xmlns:a16="http://schemas.microsoft.com/office/drawing/2014/main" id="{DA2D1402-297D-C65E-568F-B7DD94C693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905500" y="6324600"/>
              <a:ext cx="2349500" cy="368300"/>
            </a:xfrm>
            <a:prstGeom prst="rect">
              <a:avLst/>
            </a:prstGeom>
          </p:spPr>
        </p:pic>
        <p:sp>
          <p:nvSpPr>
            <p:cNvPr id="43" name="TextBox 47">
              <a:extLst>
                <a:ext uri="{FF2B5EF4-FFF2-40B4-BE49-F238E27FC236}">
                  <a16:creationId xmlns:a16="http://schemas.microsoft.com/office/drawing/2014/main" id="{AAB70F74-388E-A93C-B021-E26B57D4044C}"/>
                </a:ext>
              </a:extLst>
            </p:cNvPr>
            <p:cNvSpPr txBox="1"/>
            <p:nvPr/>
          </p:nvSpPr>
          <p:spPr>
            <a:xfrm>
              <a:off x="5918200" y="5905500"/>
              <a:ext cx="2222500" cy="1905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99600"/>
                </a:lnSpc>
              </a:pPr>
              <a:r>
                <a:rPr lang="ko-KR" sz="1100" b="0" i="0" u="none" strike="noStrike" dirty="0">
                  <a:solidFill>
                    <a:srgbClr val="595959"/>
                  </a:solidFill>
                  <a:ea typeface="Gmarket Sans Medium" panose="020B0600000101010101" charset="-127"/>
                </a:rPr>
                <a:t>아이디와</a:t>
              </a:r>
              <a:r>
                <a:rPr lang="en-US" sz="1100" b="0" i="0" u="none" strike="noStrike" dirty="0">
                  <a:solidFill>
                    <a:srgbClr val="595959"/>
                  </a:solidFill>
                  <a:latin typeface="Gmarket Sans Medium" panose="020B0600000101010101" charset="-127"/>
                </a:rPr>
                <a:t> </a:t>
              </a:r>
              <a:r>
                <a:rPr lang="ko-KR" sz="1100" b="0" i="0" u="none" strike="noStrike" dirty="0">
                  <a:solidFill>
                    <a:srgbClr val="595959"/>
                  </a:solidFill>
                  <a:ea typeface="Gmarket Sans Medium" panose="020B0600000101010101" charset="-127"/>
                </a:rPr>
                <a:t>비밀번호를</a:t>
              </a:r>
              <a:r>
                <a:rPr lang="en-US" sz="1100" b="0" i="0" u="none" strike="noStrike" dirty="0">
                  <a:solidFill>
                    <a:srgbClr val="595959"/>
                  </a:solidFill>
                  <a:latin typeface="Gmarket Sans Medium" panose="020B0600000101010101" charset="-127"/>
                </a:rPr>
                <a:t> </a:t>
              </a:r>
              <a:r>
                <a:rPr lang="ko-KR" sz="1100" b="0" i="0" u="none" strike="noStrike" dirty="0">
                  <a:solidFill>
                    <a:srgbClr val="595959"/>
                  </a:solidFill>
                  <a:ea typeface="Gmarket Sans Medium" panose="020B0600000101010101" charset="-127"/>
                </a:rPr>
                <a:t>입력해주세요</a:t>
              </a:r>
              <a:r>
                <a:rPr lang="en-US" sz="1100" b="0" i="0" u="none" strike="noStrike" dirty="0">
                  <a:solidFill>
                    <a:srgbClr val="595959"/>
                  </a:solidFill>
                  <a:latin typeface="Gmarket Sans Medium" panose="020B0600000101010101" charset="-127"/>
                </a:rPr>
                <a:t>.</a:t>
              </a:r>
            </a:p>
          </p:txBody>
        </p:sp>
        <p:sp>
          <p:nvSpPr>
            <p:cNvPr id="44" name="TextBox 48">
              <a:extLst>
                <a:ext uri="{FF2B5EF4-FFF2-40B4-BE49-F238E27FC236}">
                  <a16:creationId xmlns:a16="http://schemas.microsoft.com/office/drawing/2014/main" id="{FDEECDB8-A700-BB98-45DC-AE4C4BDC3323}"/>
                </a:ext>
              </a:extLst>
            </p:cNvPr>
            <p:cNvSpPr txBox="1"/>
            <p:nvPr/>
          </p:nvSpPr>
          <p:spPr>
            <a:xfrm>
              <a:off x="6045200" y="6426200"/>
              <a:ext cx="546100" cy="1905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ko-KR" sz="1100" b="0" i="0" u="none" strike="noStrike" dirty="0">
                  <a:solidFill>
                    <a:srgbClr val="595959"/>
                  </a:solidFill>
                  <a:ea typeface="Gmarket Sans Medium" panose="020B0600000101010101" charset="-127"/>
                </a:rPr>
                <a:t>아이디</a:t>
              </a:r>
            </a:p>
          </p:txBody>
        </p:sp>
        <p:pic>
          <p:nvPicPr>
            <p:cNvPr id="45" name="Picture 49">
              <a:extLst>
                <a:ext uri="{FF2B5EF4-FFF2-40B4-BE49-F238E27FC236}">
                  <a16:creationId xmlns:a16="http://schemas.microsoft.com/office/drawing/2014/main" id="{0BE633FE-15C3-00E3-F135-CB930F1575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905500" y="6832600"/>
              <a:ext cx="2349500" cy="368300"/>
            </a:xfrm>
            <a:prstGeom prst="rect">
              <a:avLst/>
            </a:prstGeom>
          </p:spPr>
        </p:pic>
        <p:sp>
          <p:nvSpPr>
            <p:cNvPr id="46" name="TextBox 50">
              <a:extLst>
                <a:ext uri="{FF2B5EF4-FFF2-40B4-BE49-F238E27FC236}">
                  <a16:creationId xmlns:a16="http://schemas.microsoft.com/office/drawing/2014/main" id="{2483FB0B-01D3-8476-A7DE-1E456D55578E}"/>
                </a:ext>
              </a:extLst>
            </p:cNvPr>
            <p:cNvSpPr txBox="1"/>
            <p:nvPr/>
          </p:nvSpPr>
          <p:spPr>
            <a:xfrm>
              <a:off x="6032500" y="6934200"/>
              <a:ext cx="787400" cy="1905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ko-KR" sz="1100" b="0" i="0" u="none" strike="noStrike" dirty="0">
                  <a:solidFill>
                    <a:srgbClr val="787878"/>
                  </a:solidFill>
                  <a:ea typeface="Gmarket Sans Medium" panose="020B0600000101010101" charset="-127"/>
                </a:rPr>
                <a:t>비밀번호</a:t>
              </a:r>
            </a:p>
          </p:txBody>
        </p:sp>
        <p:sp>
          <p:nvSpPr>
            <p:cNvPr id="47" name="TextBox 51">
              <a:extLst>
                <a:ext uri="{FF2B5EF4-FFF2-40B4-BE49-F238E27FC236}">
                  <a16:creationId xmlns:a16="http://schemas.microsoft.com/office/drawing/2014/main" id="{191C1439-D1A7-DA58-701F-3A9BD085353F}"/>
                </a:ext>
              </a:extLst>
            </p:cNvPr>
            <p:cNvSpPr txBox="1"/>
            <p:nvPr/>
          </p:nvSpPr>
          <p:spPr>
            <a:xfrm>
              <a:off x="6375400" y="7391400"/>
              <a:ext cx="1308100" cy="1651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99600"/>
                </a:lnSpc>
              </a:pPr>
              <a:r>
                <a:rPr lang="ko-KR" sz="1000" b="0" i="0" u="none" strike="noStrike" dirty="0">
                  <a:solidFill>
                    <a:srgbClr val="595959"/>
                  </a:solidFill>
                  <a:ea typeface="Gmarket Sans Medium" panose="020B0600000101010101" charset="-127"/>
                </a:rPr>
                <a:t>아이디</a:t>
              </a:r>
              <a:r>
                <a:rPr lang="en-US" sz="1000" b="0" i="0" u="none" strike="noStrike" dirty="0">
                  <a:solidFill>
                    <a:srgbClr val="595959"/>
                  </a:solidFill>
                  <a:latin typeface="Gmarket Sans Medium" panose="020B0600000101010101" charset="-127"/>
                </a:rPr>
                <a:t> / </a:t>
              </a:r>
              <a:r>
                <a:rPr lang="ko-KR" sz="1000" b="0" i="0" u="none" strike="noStrike" dirty="0">
                  <a:solidFill>
                    <a:srgbClr val="595959"/>
                  </a:solidFill>
                  <a:ea typeface="Gmarket Sans Medium" panose="020B0600000101010101" charset="-127"/>
                </a:rPr>
                <a:t>비밀번호</a:t>
              </a:r>
              <a:r>
                <a:rPr lang="en-US" sz="1000" b="0" i="0" u="none" strike="noStrike" dirty="0">
                  <a:solidFill>
                    <a:srgbClr val="595959"/>
                  </a:solidFill>
                  <a:latin typeface="Gmarket Sans Medium" panose="020B0600000101010101" charset="-127"/>
                </a:rPr>
                <a:t> </a:t>
              </a:r>
              <a:r>
                <a:rPr lang="ko-KR" sz="1000" b="0" i="0" u="none" strike="noStrike" dirty="0">
                  <a:solidFill>
                    <a:srgbClr val="595959"/>
                  </a:solidFill>
                  <a:ea typeface="Gmarket Sans Medium" panose="020B0600000101010101" charset="-127"/>
                </a:rPr>
                <a:t>찾기</a:t>
              </a:r>
            </a:p>
          </p:txBody>
        </p:sp>
        <p:pic>
          <p:nvPicPr>
            <p:cNvPr id="48" name="Picture 52">
              <a:extLst>
                <a:ext uri="{FF2B5EF4-FFF2-40B4-BE49-F238E27FC236}">
                  <a16:creationId xmlns:a16="http://schemas.microsoft.com/office/drawing/2014/main" id="{2D537363-F3CA-4489-0553-F6F816DFE5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alphaModFix amt="51000"/>
            </a:blip>
            <a:stretch>
              <a:fillRect/>
            </a:stretch>
          </p:blipFill>
          <p:spPr>
            <a:xfrm>
              <a:off x="6273800" y="8191500"/>
              <a:ext cx="1498600" cy="342900"/>
            </a:xfrm>
            <a:prstGeom prst="rect">
              <a:avLst/>
            </a:prstGeom>
          </p:spPr>
        </p:pic>
        <p:pic>
          <p:nvPicPr>
            <p:cNvPr id="49" name="Picture 53">
              <a:extLst>
                <a:ext uri="{FF2B5EF4-FFF2-40B4-BE49-F238E27FC236}">
                  <a16:creationId xmlns:a16="http://schemas.microsoft.com/office/drawing/2014/main" id="{5BFD6E0E-24B8-1ED3-1936-3AB238CC29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alphaModFix amt="51000"/>
            </a:blip>
            <a:stretch>
              <a:fillRect/>
            </a:stretch>
          </p:blipFill>
          <p:spPr>
            <a:xfrm>
              <a:off x="6273800" y="8712200"/>
              <a:ext cx="1498600" cy="342900"/>
            </a:xfrm>
            <a:prstGeom prst="rect">
              <a:avLst/>
            </a:prstGeom>
          </p:spPr>
        </p:pic>
        <p:sp>
          <p:nvSpPr>
            <p:cNvPr id="50" name="TextBox 54">
              <a:extLst>
                <a:ext uri="{FF2B5EF4-FFF2-40B4-BE49-F238E27FC236}">
                  <a16:creationId xmlns:a16="http://schemas.microsoft.com/office/drawing/2014/main" id="{A018AD8E-4B1E-180C-91E5-FC50EF62A514}"/>
                </a:ext>
              </a:extLst>
            </p:cNvPr>
            <p:cNvSpPr txBox="1"/>
            <p:nvPr/>
          </p:nvSpPr>
          <p:spPr>
            <a:xfrm>
              <a:off x="6604000" y="8255000"/>
              <a:ext cx="838200" cy="2286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99600"/>
                </a:lnSpc>
              </a:pPr>
              <a:r>
                <a:rPr lang="ko-KR" sz="1300" b="0" i="0" u="none" strike="noStrike" dirty="0">
                  <a:solidFill>
                    <a:srgbClr val="787878"/>
                  </a:solidFill>
                  <a:ea typeface="Gmarket Sans Medium" panose="020B0600000101010101" charset="-127"/>
                </a:rPr>
                <a:t>로그인</a:t>
              </a:r>
            </a:p>
          </p:txBody>
        </p:sp>
        <p:sp>
          <p:nvSpPr>
            <p:cNvPr id="51" name="TextBox 55">
              <a:extLst>
                <a:ext uri="{FF2B5EF4-FFF2-40B4-BE49-F238E27FC236}">
                  <a16:creationId xmlns:a16="http://schemas.microsoft.com/office/drawing/2014/main" id="{E35A6166-50D4-AB8A-4EAD-CC56E928ACF6}"/>
                </a:ext>
              </a:extLst>
            </p:cNvPr>
            <p:cNvSpPr txBox="1"/>
            <p:nvPr/>
          </p:nvSpPr>
          <p:spPr>
            <a:xfrm>
              <a:off x="6604000" y="8775700"/>
              <a:ext cx="838200" cy="2286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99600"/>
                </a:lnSpc>
              </a:pPr>
              <a:r>
                <a:rPr lang="ko-KR" sz="1300" b="0" i="0" u="none" strike="noStrike" dirty="0">
                  <a:solidFill>
                    <a:srgbClr val="787878"/>
                  </a:solidFill>
                  <a:ea typeface="Gmarket Sans Medium" panose="020B0600000101010101" charset="-127"/>
                </a:rPr>
                <a:t>회원가입</a:t>
              </a:r>
            </a:p>
          </p:txBody>
        </p:sp>
      </p:grp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43165798-BB0C-425C-4554-1184F9E1897D}"/>
              </a:ext>
            </a:extLst>
          </p:cNvPr>
          <p:cNvCxnSpPr/>
          <p:nvPr/>
        </p:nvCxnSpPr>
        <p:spPr>
          <a:xfrm flipH="1">
            <a:off x="9144000" y="2222500"/>
            <a:ext cx="25400" cy="7493000"/>
          </a:xfrm>
          <a:prstGeom prst="line">
            <a:avLst/>
          </a:prstGeom>
          <a:ln w="28575">
            <a:solidFill>
              <a:srgbClr val="A9ACA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8">
            <a:extLst>
              <a:ext uri="{FF2B5EF4-FFF2-40B4-BE49-F238E27FC236}">
                <a16:creationId xmlns:a16="http://schemas.microsoft.com/office/drawing/2014/main" id="{CB39E81A-3312-6BDD-F207-365F0C7199DC}"/>
              </a:ext>
            </a:extLst>
          </p:cNvPr>
          <p:cNvSpPr txBox="1"/>
          <p:nvPr/>
        </p:nvSpPr>
        <p:spPr>
          <a:xfrm>
            <a:off x="2597150" y="9258300"/>
            <a:ext cx="6223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2000" dirty="0">
                <a:solidFill>
                  <a:srgbClr val="2D2D2D"/>
                </a:solidFill>
                <a:ea typeface="Gmarket Sans Medium"/>
              </a:rPr>
              <a:t>전                              </a:t>
            </a:r>
            <a:endParaRPr lang="ko-KR" sz="2000" b="0" i="0" u="none" strike="noStrike" dirty="0">
              <a:solidFill>
                <a:srgbClr val="2D2D2D"/>
              </a:solidFill>
              <a:ea typeface="Gmarket Sans Medium"/>
            </a:endParaRPr>
          </a:p>
        </p:txBody>
      </p:sp>
      <p:sp>
        <p:nvSpPr>
          <p:cNvPr id="76" name="TextBox 8">
            <a:extLst>
              <a:ext uri="{FF2B5EF4-FFF2-40B4-BE49-F238E27FC236}">
                <a16:creationId xmlns:a16="http://schemas.microsoft.com/office/drawing/2014/main" id="{36AE83FE-AC0C-9E49-69A6-87BCDB348854}"/>
              </a:ext>
            </a:extLst>
          </p:cNvPr>
          <p:cNvSpPr txBox="1"/>
          <p:nvPr/>
        </p:nvSpPr>
        <p:spPr>
          <a:xfrm>
            <a:off x="1282700" y="2616200"/>
            <a:ext cx="243078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altLang="ko-KR" sz="3200" b="0" i="0" u="none" strike="noStrike" dirty="0">
                <a:solidFill>
                  <a:srgbClr val="2D2D2D"/>
                </a:solidFill>
                <a:ea typeface="Gmarket Sans Medium"/>
              </a:rPr>
              <a:t>&lt; </a:t>
            </a:r>
            <a:r>
              <a:rPr lang="ko-KR" altLang="en-US" sz="3200" b="0" i="0" u="none" strike="noStrike" dirty="0" err="1">
                <a:solidFill>
                  <a:srgbClr val="2D2D2D"/>
                </a:solidFill>
                <a:ea typeface="Gmarket Sans Medium"/>
              </a:rPr>
              <a:t>메인화면</a:t>
            </a:r>
            <a:r>
              <a:rPr lang="ko-KR" altLang="en-US" sz="3200" b="0" i="0" u="none" strike="noStrike" dirty="0">
                <a:solidFill>
                  <a:srgbClr val="2D2D2D"/>
                </a:solidFill>
                <a:ea typeface="Gmarket Sans Medium"/>
              </a:rPr>
              <a:t> </a:t>
            </a:r>
            <a:r>
              <a:rPr lang="en-US" altLang="ko-KR" sz="3200" b="0" i="0" u="none" strike="noStrike" dirty="0">
                <a:solidFill>
                  <a:srgbClr val="2D2D2D"/>
                </a:solidFill>
                <a:ea typeface="Gmarket Sans Medium"/>
              </a:rPr>
              <a:t>&gt;</a:t>
            </a:r>
            <a:endParaRPr lang="ko-KR" sz="3200" b="0" i="0" u="none" strike="noStrike" dirty="0">
              <a:solidFill>
                <a:srgbClr val="2D2D2D"/>
              </a:solidFill>
              <a:ea typeface="Gmarket Sans Medium"/>
            </a:endParaRPr>
          </a:p>
        </p:txBody>
      </p:sp>
      <p:sp>
        <p:nvSpPr>
          <p:cNvPr id="78" name="TextBox 8">
            <a:extLst>
              <a:ext uri="{FF2B5EF4-FFF2-40B4-BE49-F238E27FC236}">
                <a16:creationId xmlns:a16="http://schemas.microsoft.com/office/drawing/2014/main" id="{285AF98F-C574-514D-4920-78CC19C73802}"/>
              </a:ext>
            </a:extLst>
          </p:cNvPr>
          <p:cNvSpPr txBox="1"/>
          <p:nvPr/>
        </p:nvSpPr>
        <p:spPr>
          <a:xfrm>
            <a:off x="6477000" y="9258300"/>
            <a:ext cx="6223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2000" dirty="0">
                <a:solidFill>
                  <a:srgbClr val="2D2D2D"/>
                </a:solidFill>
                <a:ea typeface="Gmarket Sans Medium"/>
              </a:rPr>
              <a:t>후                              </a:t>
            </a:r>
            <a:endParaRPr lang="ko-KR" sz="2000" b="0" i="0" u="none" strike="noStrike" dirty="0">
              <a:solidFill>
                <a:srgbClr val="2D2D2D"/>
              </a:solidFill>
              <a:ea typeface="Gmarket Sans Medium"/>
            </a:endParaRPr>
          </a:p>
        </p:txBody>
      </p:sp>
      <p:sp>
        <p:nvSpPr>
          <p:cNvPr id="79" name="TextBox 8">
            <a:extLst>
              <a:ext uri="{FF2B5EF4-FFF2-40B4-BE49-F238E27FC236}">
                <a16:creationId xmlns:a16="http://schemas.microsoft.com/office/drawing/2014/main" id="{0B3DA004-8811-7101-85C8-A7B196326AF7}"/>
              </a:ext>
            </a:extLst>
          </p:cNvPr>
          <p:cNvSpPr txBox="1"/>
          <p:nvPr/>
        </p:nvSpPr>
        <p:spPr>
          <a:xfrm>
            <a:off x="9881870" y="2616200"/>
            <a:ext cx="311023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altLang="ko-KR" sz="3200" b="0" i="0" u="none" strike="noStrike" dirty="0">
                <a:solidFill>
                  <a:srgbClr val="2D2D2D"/>
                </a:solidFill>
                <a:ea typeface="Gmarket Sans Medium"/>
              </a:rPr>
              <a:t>&lt; </a:t>
            </a:r>
            <a:r>
              <a:rPr lang="ko-KR" altLang="en-US" sz="3200" b="0" i="0" u="none" strike="noStrike" dirty="0" err="1">
                <a:solidFill>
                  <a:srgbClr val="2D2D2D"/>
                </a:solidFill>
                <a:ea typeface="Gmarket Sans Medium"/>
              </a:rPr>
              <a:t>로그인화면</a:t>
            </a:r>
            <a:r>
              <a:rPr lang="ko-KR" altLang="en-US" sz="3200" b="0" i="0" u="none" strike="noStrike" dirty="0">
                <a:solidFill>
                  <a:srgbClr val="2D2D2D"/>
                </a:solidFill>
                <a:ea typeface="Gmarket Sans Medium"/>
              </a:rPr>
              <a:t> </a:t>
            </a:r>
            <a:r>
              <a:rPr lang="en-US" altLang="ko-KR" sz="3200" b="0" i="0" u="none" strike="noStrike" dirty="0">
                <a:solidFill>
                  <a:srgbClr val="2D2D2D"/>
                </a:solidFill>
                <a:ea typeface="Gmarket Sans Medium"/>
              </a:rPr>
              <a:t>&gt;</a:t>
            </a:r>
            <a:endParaRPr lang="ko-KR" sz="3200" b="0" i="0" u="none" strike="noStrike" dirty="0">
              <a:solidFill>
                <a:srgbClr val="2D2D2D"/>
              </a:solidFill>
              <a:ea typeface="Gmarket Sans Medium"/>
            </a:endParaRPr>
          </a:p>
        </p:txBody>
      </p:sp>
      <p:sp>
        <p:nvSpPr>
          <p:cNvPr id="80" name="TextBox 8">
            <a:extLst>
              <a:ext uri="{FF2B5EF4-FFF2-40B4-BE49-F238E27FC236}">
                <a16:creationId xmlns:a16="http://schemas.microsoft.com/office/drawing/2014/main" id="{A75B8EF0-FFD6-672D-B22F-47E8B4519269}"/>
              </a:ext>
            </a:extLst>
          </p:cNvPr>
          <p:cNvSpPr txBox="1"/>
          <p:nvPr/>
        </p:nvSpPr>
        <p:spPr>
          <a:xfrm>
            <a:off x="11360150" y="9258300"/>
            <a:ext cx="6223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2000" dirty="0">
                <a:solidFill>
                  <a:srgbClr val="2D2D2D"/>
                </a:solidFill>
                <a:ea typeface="Gmarket Sans Medium"/>
              </a:rPr>
              <a:t>전                              </a:t>
            </a:r>
            <a:endParaRPr lang="ko-KR" sz="2000" b="0" i="0" u="none" strike="noStrike" dirty="0">
              <a:solidFill>
                <a:srgbClr val="2D2D2D"/>
              </a:solidFill>
              <a:ea typeface="Gmarket Sans Medium"/>
            </a:endParaRPr>
          </a:p>
        </p:txBody>
      </p:sp>
      <p:sp>
        <p:nvSpPr>
          <p:cNvPr id="81" name="TextBox 8">
            <a:extLst>
              <a:ext uri="{FF2B5EF4-FFF2-40B4-BE49-F238E27FC236}">
                <a16:creationId xmlns:a16="http://schemas.microsoft.com/office/drawing/2014/main" id="{5F55D61C-24A7-F3FD-7B3A-81ED8E816719}"/>
              </a:ext>
            </a:extLst>
          </p:cNvPr>
          <p:cNvSpPr txBox="1"/>
          <p:nvPr/>
        </p:nvSpPr>
        <p:spPr>
          <a:xfrm>
            <a:off x="15271750" y="9258300"/>
            <a:ext cx="6223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2000" dirty="0">
                <a:solidFill>
                  <a:srgbClr val="2D2D2D"/>
                </a:solidFill>
                <a:ea typeface="Gmarket Sans Medium"/>
              </a:rPr>
              <a:t>후                              </a:t>
            </a:r>
            <a:endParaRPr lang="ko-KR" sz="2000" b="0" i="0" u="none" strike="noStrike" dirty="0">
              <a:solidFill>
                <a:srgbClr val="2D2D2D"/>
              </a:solidFill>
              <a:ea typeface="Gmarket Sans Medium"/>
            </a:endParaRPr>
          </a:p>
        </p:txBody>
      </p:sp>
    </p:spTree>
    <p:extLst>
      <p:ext uri="{BB962C8B-B14F-4D97-AF65-F5344CB8AC3E}">
        <p14:creationId xmlns:p14="http://schemas.microsoft.com/office/powerpoint/2010/main" val="2581270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F648E2A-B44B-166D-6C61-4FB5A0F2B14A}"/>
              </a:ext>
            </a:extLst>
          </p:cNvPr>
          <p:cNvGrpSpPr/>
          <p:nvPr/>
        </p:nvGrpSpPr>
        <p:grpSpPr>
          <a:xfrm>
            <a:off x="9880600" y="3467100"/>
            <a:ext cx="3530600" cy="5588000"/>
            <a:chOff x="14033500" y="3492500"/>
            <a:chExt cx="3530600" cy="5588000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033500" y="3492500"/>
              <a:ext cx="3530600" cy="5588000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122400" y="3556000"/>
              <a:ext cx="3340100" cy="53975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8F14E9BF-D9C3-587A-6333-D6F4B0E5884C}"/>
              </a:ext>
            </a:extLst>
          </p:cNvPr>
          <p:cNvGrpSpPr/>
          <p:nvPr/>
        </p:nvGrpSpPr>
        <p:grpSpPr>
          <a:xfrm>
            <a:off x="1066800" y="800100"/>
            <a:ext cx="7835900" cy="1422400"/>
            <a:chOff x="1193800" y="1295400"/>
            <a:chExt cx="7835900" cy="1422400"/>
          </a:xfrm>
        </p:grpSpPr>
        <p:sp>
          <p:nvSpPr>
            <p:cNvPr id="14" name="TextBox 14"/>
            <p:cNvSpPr txBox="1"/>
            <p:nvPr/>
          </p:nvSpPr>
          <p:spPr>
            <a:xfrm>
              <a:off x="1193800" y="1689100"/>
              <a:ext cx="7835900" cy="1028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99600"/>
                </a:lnSpc>
              </a:pPr>
              <a:r>
                <a:rPr lang="en-US" sz="5800" b="0" i="0" u="none" strike="noStrike" spc="-200" dirty="0">
                  <a:solidFill>
                    <a:srgbClr val="FD9F28"/>
                  </a:solidFill>
                  <a:latin typeface="Gmarket Sans Bold"/>
                </a:rPr>
                <a:t>User Interface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93800" y="1295400"/>
              <a:ext cx="38100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107899"/>
                </a:lnSpc>
              </a:pPr>
              <a:r>
                <a:rPr lang="en-US" sz="1800" b="0" i="0" u="none" strike="noStrike">
                  <a:solidFill>
                    <a:srgbClr val="2D2D2D">
                      <a:alpha val="60000"/>
                    </a:srgbClr>
                  </a:solidFill>
                  <a:latin typeface="Gmarket Sans Medium"/>
                </a:rPr>
                <a:t>3. How</a:t>
              </a:r>
            </a:p>
          </p:txBody>
        </p:sp>
      </p:grp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531ECF93-0803-1A94-CEFC-DA0ED9BB9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 dirty="0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5B2564A3-A63E-FA0C-1F5F-47B4B98297EB}"/>
              </a:ext>
            </a:extLst>
          </p:cNvPr>
          <p:cNvGrpSpPr/>
          <p:nvPr/>
        </p:nvGrpSpPr>
        <p:grpSpPr>
          <a:xfrm>
            <a:off x="1219200" y="3467100"/>
            <a:ext cx="3517900" cy="5588000"/>
            <a:chOff x="9639300" y="3492500"/>
            <a:chExt cx="3517900" cy="5588000"/>
          </a:xfrm>
        </p:grpSpPr>
        <p:pic>
          <p:nvPicPr>
            <p:cNvPr id="24" name="Picture 12">
              <a:extLst>
                <a:ext uri="{FF2B5EF4-FFF2-40B4-BE49-F238E27FC236}">
                  <a16:creationId xmlns:a16="http://schemas.microsoft.com/office/drawing/2014/main" id="{CB3D970D-A8C3-B00F-9E97-A599F56E03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39300" y="3492500"/>
              <a:ext cx="3517900" cy="5588000"/>
            </a:xfrm>
            <a:prstGeom prst="rect">
              <a:avLst/>
            </a:prstGeom>
          </p:spPr>
        </p:pic>
        <p:pic>
          <p:nvPicPr>
            <p:cNvPr id="25" name="Picture 13">
              <a:extLst>
                <a:ext uri="{FF2B5EF4-FFF2-40B4-BE49-F238E27FC236}">
                  <a16:creationId xmlns:a16="http://schemas.microsoft.com/office/drawing/2014/main" id="{4EF7124E-76FE-BE20-36D4-AE6F9EAA61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728200" y="3568700"/>
              <a:ext cx="3327400" cy="5397500"/>
            </a:xfrm>
            <a:prstGeom prst="rect">
              <a:avLst/>
            </a:prstGeom>
          </p:spPr>
        </p:pic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FB97BAEF-D395-664A-82EF-82A8AA8DE701}"/>
              </a:ext>
            </a:extLst>
          </p:cNvPr>
          <p:cNvGrpSpPr/>
          <p:nvPr/>
        </p:nvGrpSpPr>
        <p:grpSpPr>
          <a:xfrm>
            <a:off x="5105400" y="2324100"/>
            <a:ext cx="3467100" cy="6731000"/>
            <a:chOff x="9753600" y="3124200"/>
            <a:chExt cx="3467100" cy="6731000"/>
          </a:xfrm>
        </p:grpSpPr>
        <p:pic>
          <p:nvPicPr>
            <p:cNvPr id="27" name="Picture 57">
              <a:extLst>
                <a:ext uri="{FF2B5EF4-FFF2-40B4-BE49-F238E27FC236}">
                  <a16:creationId xmlns:a16="http://schemas.microsoft.com/office/drawing/2014/main" id="{5242109C-FA82-4698-23D5-AFF9C2B6EBB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753600" y="3124200"/>
              <a:ext cx="3467100" cy="6731000"/>
            </a:xfrm>
            <a:prstGeom prst="rect">
              <a:avLst/>
            </a:prstGeom>
          </p:spPr>
        </p:pic>
        <p:pic>
          <p:nvPicPr>
            <p:cNvPr id="28" name="Picture 58">
              <a:extLst>
                <a:ext uri="{FF2B5EF4-FFF2-40B4-BE49-F238E27FC236}">
                  <a16:creationId xmlns:a16="http://schemas.microsoft.com/office/drawing/2014/main" id="{058DAE70-E177-3D75-637D-A55BDC46AB4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058400" y="3644900"/>
              <a:ext cx="533400" cy="533400"/>
            </a:xfrm>
            <a:prstGeom prst="rect">
              <a:avLst/>
            </a:prstGeom>
          </p:spPr>
        </p:pic>
        <p:sp>
          <p:nvSpPr>
            <p:cNvPr id="29" name="TextBox 59">
              <a:extLst>
                <a:ext uri="{FF2B5EF4-FFF2-40B4-BE49-F238E27FC236}">
                  <a16:creationId xmlns:a16="http://schemas.microsoft.com/office/drawing/2014/main" id="{520B57C1-0422-4F4A-2E06-16E8C6E05BDE}"/>
                </a:ext>
              </a:extLst>
            </p:cNvPr>
            <p:cNvSpPr txBox="1"/>
            <p:nvPr/>
          </p:nvSpPr>
          <p:spPr>
            <a:xfrm>
              <a:off x="10617200" y="3619500"/>
              <a:ext cx="2286000" cy="520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900" b="0" i="0" u="none" strike="noStrike">
                  <a:solidFill>
                    <a:srgbClr val="FFFFFF"/>
                  </a:solidFill>
                  <a:latin typeface="Noto Sans CJK KR Bold"/>
                </a:rPr>
                <a:t>Application</a:t>
              </a:r>
            </a:p>
          </p:txBody>
        </p:sp>
        <p:pic>
          <p:nvPicPr>
            <p:cNvPr id="30" name="Picture 60">
              <a:extLst>
                <a:ext uri="{FF2B5EF4-FFF2-40B4-BE49-F238E27FC236}">
                  <a16:creationId xmlns:a16="http://schemas.microsoft.com/office/drawing/2014/main" id="{5F91C316-BB4E-1486-FA29-2E64F065D9D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 amt="18000"/>
            </a:blip>
            <a:stretch>
              <a:fillRect/>
            </a:stretch>
          </p:blipFill>
          <p:spPr>
            <a:xfrm>
              <a:off x="10109200" y="5283200"/>
              <a:ext cx="2755900" cy="2895600"/>
            </a:xfrm>
            <a:prstGeom prst="rect">
              <a:avLst/>
            </a:prstGeom>
          </p:spPr>
        </p:pic>
        <p:pic>
          <p:nvPicPr>
            <p:cNvPr id="31" name="Picture 61">
              <a:extLst>
                <a:ext uri="{FF2B5EF4-FFF2-40B4-BE49-F238E27FC236}">
                  <a16:creationId xmlns:a16="http://schemas.microsoft.com/office/drawing/2014/main" id="{125FCD30-02AA-F72D-7690-3D615459B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alphaModFix amt="90000"/>
            </a:blip>
            <a:stretch>
              <a:fillRect/>
            </a:stretch>
          </p:blipFill>
          <p:spPr>
            <a:xfrm>
              <a:off x="10325100" y="5524500"/>
              <a:ext cx="558800" cy="342900"/>
            </a:xfrm>
            <a:prstGeom prst="rect">
              <a:avLst/>
            </a:prstGeom>
          </p:spPr>
        </p:pic>
        <p:pic>
          <p:nvPicPr>
            <p:cNvPr id="32" name="Picture 62">
              <a:extLst>
                <a:ext uri="{FF2B5EF4-FFF2-40B4-BE49-F238E27FC236}">
                  <a16:creationId xmlns:a16="http://schemas.microsoft.com/office/drawing/2014/main" id="{62E7D31A-4B6F-5DAD-D52D-3304104C3CE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alphaModFix amt="48000"/>
            </a:blip>
            <a:stretch>
              <a:fillRect/>
            </a:stretch>
          </p:blipFill>
          <p:spPr>
            <a:xfrm>
              <a:off x="10515600" y="7366000"/>
              <a:ext cx="2044700" cy="381000"/>
            </a:xfrm>
            <a:prstGeom prst="rect">
              <a:avLst/>
            </a:prstGeom>
          </p:spPr>
        </p:pic>
        <p:sp>
          <p:nvSpPr>
            <p:cNvPr id="33" name="TextBox 63">
              <a:extLst>
                <a:ext uri="{FF2B5EF4-FFF2-40B4-BE49-F238E27FC236}">
                  <a16:creationId xmlns:a16="http://schemas.microsoft.com/office/drawing/2014/main" id="{83722A89-5666-A068-0A73-D6C311B636F6}"/>
                </a:ext>
              </a:extLst>
            </p:cNvPr>
            <p:cNvSpPr txBox="1"/>
            <p:nvPr/>
          </p:nvSpPr>
          <p:spPr>
            <a:xfrm>
              <a:off x="10375900" y="5575300"/>
              <a:ext cx="482600" cy="2540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99600"/>
                </a:lnSpc>
              </a:pPr>
              <a:r>
                <a:rPr lang="ko-KR" sz="1400" b="0" i="0" u="none" strike="noStrike" dirty="0">
                  <a:solidFill>
                    <a:srgbClr val="FFFFFF"/>
                  </a:solidFill>
                  <a:ea typeface="Gmarket Sans Medium" panose="020B0600000101010101" charset="-127"/>
                </a:rPr>
                <a:t>하원</a:t>
              </a:r>
            </a:p>
          </p:txBody>
        </p:sp>
        <p:sp>
          <p:nvSpPr>
            <p:cNvPr id="34" name="TextBox 64">
              <a:extLst>
                <a:ext uri="{FF2B5EF4-FFF2-40B4-BE49-F238E27FC236}">
                  <a16:creationId xmlns:a16="http://schemas.microsoft.com/office/drawing/2014/main" id="{1554AEA3-7FA6-A3D8-2575-5B5EE58EC922}"/>
                </a:ext>
              </a:extLst>
            </p:cNvPr>
            <p:cNvSpPr txBox="1"/>
            <p:nvPr/>
          </p:nvSpPr>
          <p:spPr>
            <a:xfrm>
              <a:off x="11010900" y="5549900"/>
              <a:ext cx="1435100" cy="2921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en-US" sz="1700" b="0" i="0" u="none" strike="noStrike">
                  <a:solidFill>
                    <a:srgbClr val="595959"/>
                  </a:solidFill>
                  <a:latin typeface="Noto Sans CJK KR Medium"/>
                </a:rPr>
                <a:t>16:00 ~ 16:30</a:t>
              </a:r>
            </a:p>
          </p:txBody>
        </p:sp>
        <p:pic>
          <p:nvPicPr>
            <p:cNvPr id="35" name="Picture 65">
              <a:extLst>
                <a:ext uri="{FF2B5EF4-FFF2-40B4-BE49-F238E27FC236}">
                  <a16:creationId xmlns:a16="http://schemas.microsoft.com/office/drawing/2014/main" id="{8AB37B41-0105-720D-3A3A-156341F09E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alphaModFix amt="38000"/>
            </a:blip>
            <a:stretch>
              <a:fillRect/>
            </a:stretch>
          </p:blipFill>
          <p:spPr>
            <a:xfrm>
              <a:off x="10947400" y="6311900"/>
              <a:ext cx="1193800" cy="698500"/>
            </a:xfrm>
            <a:prstGeom prst="rect">
              <a:avLst/>
            </a:prstGeom>
          </p:spPr>
        </p:pic>
        <p:pic>
          <p:nvPicPr>
            <p:cNvPr id="36" name="Picture 66">
              <a:extLst>
                <a:ext uri="{FF2B5EF4-FFF2-40B4-BE49-F238E27FC236}">
                  <a16:creationId xmlns:a16="http://schemas.microsoft.com/office/drawing/2014/main" id="{27C57341-660D-65F4-AB44-8D23D5557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-2640000">
              <a:off x="10922000" y="7505700"/>
              <a:ext cx="177800" cy="177800"/>
            </a:xfrm>
            <a:prstGeom prst="rect">
              <a:avLst/>
            </a:prstGeom>
          </p:spPr>
        </p:pic>
        <p:sp>
          <p:nvSpPr>
            <p:cNvPr id="37" name="TextBox 67">
              <a:extLst>
                <a:ext uri="{FF2B5EF4-FFF2-40B4-BE49-F238E27FC236}">
                  <a16:creationId xmlns:a16="http://schemas.microsoft.com/office/drawing/2014/main" id="{DF3C5A2D-6A06-AAA9-CD2D-2C35ED583D1E}"/>
                </a:ext>
              </a:extLst>
            </p:cNvPr>
            <p:cNvSpPr txBox="1"/>
            <p:nvPr/>
          </p:nvSpPr>
          <p:spPr>
            <a:xfrm>
              <a:off x="11214100" y="6438900"/>
              <a:ext cx="647700" cy="4826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99600"/>
                </a:lnSpc>
              </a:pPr>
              <a:r>
                <a:rPr lang="en-US" sz="2700" b="0" i="0" u="none" strike="noStrike">
                  <a:solidFill>
                    <a:srgbClr val="595959"/>
                  </a:solidFill>
                  <a:latin typeface="Noto Sans CJK KR Medium"/>
                </a:rPr>
                <a:t>8</a:t>
              </a:r>
              <a:r>
                <a:rPr lang="ko-KR" sz="2700" b="0" i="0" u="none" strike="noStrike">
                  <a:solidFill>
                    <a:srgbClr val="595959"/>
                  </a:solidFill>
                  <a:ea typeface="Noto Sans CJK KR Medium"/>
                </a:rPr>
                <a:t>명</a:t>
              </a:r>
            </a:p>
          </p:txBody>
        </p:sp>
        <p:sp>
          <p:nvSpPr>
            <p:cNvPr id="38" name="TextBox 68">
              <a:extLst>
                <a:ext uri="{FF2B5EF4-FFF2-40B4-BE49-F238E27FC236}">
                  <a16:creationId xmlns:a16="http://schemas.microsoft.com/office/drawing/2014/main" id="{3E62AA8C-E611-6ECD-1A62-19BA62546BA8}"/>
                </a:ext>
              </a:extLst>
            </p:cNvPr>
            <p:cNvSpPr txBox="1"/>
            <p:nvPr/>
          </p:nvSpPr>
          <p:spPr>
            <a:xfrm>
              <a:off x="10820400" y="7429500"/>
              <a:ext cx="1435100" cy="2667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99600"/>
                </a:lnSpc>
              </a:pPr>
              <a:r>
                <a:rPr lang="ko-KR" sz="1500" b="0" i="0" u="none" strike="noStrike">
                  <a:solidFill>
                    <a:srgbClr val="595959"/>
                  </a:solidFill>
                  <a:ea typeface="Noto Sans CJK KR Medium"/>
                </a:rPr>
                <a:t>운행</a:t>
              </a:r>
              <a:r>
                <a:rPr lang="en-US" sz="1500" b="0" i="0" u="none" strike="noStrike">
                  <a:solidFill>
                    <a:srgbClr val="595959"/>
                  </a:solidFill>
                  <a:latin typeface="Noto Sans CJK KR Medium"/>
                </a:rPr>
                <a:t> </a:t>
              </a:r>
              <a:r>
                <a:rPr lang="ko-KR" sz="1500" b="0" i="0" u="none" strike="noStrike">
                  <a:solidFill>
                    <a:srgbClr val="595959"/>
                  </a:solidFill>
                  <a:ea typeface="Noto Sans CJK KR Medium"/>
                </a:rPr>
                <a:t>시작</a:t>
              </a:r>
            </a:p>
          </p:txBody>
        </p:sp>
      </p:grp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FAD7A417-DCED-8FBA-21A8-F853CD8B5B94}"/>
              </a:ext>
            </a:extLst>
          </p:cNvPr>
          <p:cNvCxnSpPr/>
          <p:nvPr/>
        </p:nvCxnSpPr>
        <p:spPr>
          <a:xfrm flipH="1">
            <a:off x="9144000" y="2222500"/>
            <a:ext cx="25400" cy="7493000"/>
          </a:xfrm>
          <a:prstGeom prst="line">
            <a:avLst/>
          </a:prstGeom>
          <a:ln w="28575">
            <a:solidFill>
              <a:srgbClr val="A9ACA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A3585855-3D6E-F3F6-4D7C-225DCD9718D8}"/>
              </a:ext>
            </a:extLst>
          </p:cNvPr>
          <p:cNvGrpSpPr/>
          <p:nvPr/>
        </p:nvGrpSpPr>
        <p:grpSpPr>
          <a:xfrm>
            <a:off x="13868400" y="2324100"/>
            <a:ext cx="3467100" cy="6731000"/>
            <a:chOff x="14224000" y="3124200"/>
            <a:chExt cx="3467100" cy="6731000"/>
          </a:xfrm>
        </p:grpSpPr>
        <p:pic>
          <p:nvPicPr>
            <p:cNvPr id="42" name="Picture 23">
              <a:extLst>
                <a:ext uri="{FF2B5EF4-FFF2-40B4-BE49-F238E27FC236}">
                  <a16:creationId xmlns:a16="http://schemas.microsoft.com/office/drawing/2014/main" id="{9CC9E1C8-DC25-81F5-5947-EC1C55FD8D8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4224000" y="3124200"/>
              <a:ext cx="3467100" cy="6731000"/>
            </a:xfrm>
            <a:prstGeom prst="rect">
              <a:avLst/>
            </a:prstGeom>
          </p:spPr>
        </p:pic>
        <p:pic>
          <p:nvPicPr>
            <p:cNvPr id="43" name="Picture 24">
              <a:extLst>
                <a:ext uri="{FF2B5EF4-FFF2-40B4-BE49-F238E27FC236}">
                  <a16:creationId xmlns:a16="http://schemas.microsoft.com/office/drawing/2014/main" id="{9CB17C2D-FD3E-1570-CA7D-833DF70D7CD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528800" y="3644900"/>
              <a:ext cx="533400" cy="533400"/>
            </a:xfrm>
            <a:prstGeom prst="rect">
              <a:avLst/>
            </a:prstGeom>
          </p:spPr>
        </p:pic>
        <p:sp>
          <p:nvSpPr>
            <p:cNvPr id="44" name="TextBox 25">
              <a:extLst>
                <a:ext uri="{FF2B5EF4-FFF2-40B4-BE49-F238E27FC236}">
                  <a16:creationId xmlns:a16="http://schemas.microsoft.com/office/drawing/2014/main" id="{099301B8-DCA6-0DB0-B050-E5659E7D31C7}"/>
                </a:ext>
              </a:extLst>
            </p:cNvPr>
            <p:cNvSpPr txBox="1"/>
            <p:nvPr/>
          </p:nvSpPr>
          <p:spPr>
            <a:xfrm>
              <a:off x="15087600" y="3619500"/>
              <a:ext cx="2286000" cy="520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900" b="0" i="0" u="none" strike="noStrike" dirty="0">
                  <a:solidFill>
                    <a:srgbClr val="FFFFFF"/>
                  </a:solidFill>
                  <a:latin typeface="Noto Sans CJK KR Bold"/>
                </a:rPr>
                <a:t>Application</a:t>
              </a:r>
            </a:p>
          </p:txBody>
        </p:sp>
        <p:pic>
          <p:nvPicPr>
            <p:cNvPr id="45" name="Picture 26">
              <a:extLst>
                <a:ext uri="{FF2B5EF4-FFF2-40B4-BE49-F238E27FC236}">
                  <a16:creationId xmlns:a16="http://schemas.microsoft.com/office/drawing/2014/main" id="{B750AEF7-DB85-A4A5-3DDA-EDC507EB67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alphaModFix amt="49000"/>
            </a:blip>
            <a:stretch>
              <a:fillRect/>
            </a:stretch>
          </p:blipFill>
          <p:spPr>
            <a:xfrm>
              <a:off x="14579600" y="5461000"/>
              <a:ext cx="2743200" cy="2044700"/>
            </a:xfrm>
            <a:prstGeom prst="rect">
              <a:avLst/>
            </a:prstGeom>
          </p:spPr>
        </p:pic>
        <p:pic>
          <p:nvPicPr>
            <p:cNvPr id="46" name="Picture 27">
              <a:extLst>
                <a:ext uri="{FF2B5EF4-FFF2-40B4-BE49-F238E27FC236}">
                  <a16:creationId xmlns:a16="http://schemas.microsoft.com/office/drawing/2014/main" id="{F1021A40-F06F-02BF-2862-0D9085D57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alphaModFix amt="90000"/>
            </a:blip>
            <a:stretch>
              <a:fillRect/>
            </a:stretch>
          </p:blipFill>
          <p:spPr>
            <a:xfrm>
              <a:off x="14795500" y="5702300"/>
              <a:ext cx="558800" cy="342900"/>
            </a:xfrm>
            <a:prstGeom prst="rect">
              <a:avLst/>
            </a:prstGeom>
          </p:spPr>
        </p:pic>
        <p:sp>
          <p:nvSpPr>
            <p:cNvPr id="47" name="TextBox 28">
              <a:extLst>
                <a:ext uri="{FF2B5EF4-FFF2-40B4-BE49-F238E27FC236}">
                  <a16:creationId xmlns:a16="http://schemas.microsoft.com/office/drawing/2014/main" id="{29533B49-0512-D615-81E5-E30DAA3E63D0}"/>
                </a:ext>
              </a:extLst>
            </p:cNvPr>
            <p:cNvSpPr txBox="1"/>
            <p:nvPr/>
          </p:nvSpPr>
          <p:spPr>
            <a:xfrm>
              <a:off x="14846300" y="5753100"/>
              <a:ext cx="482600" cy="2540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99600"/>
                </a:lnSpc>
              </a:pPr>
              <a:r>
                <a:rPr lang="ko-KR" sz="1400" b="0" i="0" u="none" strike="noStrike" dirty="0">
                  <a:solidFill>
                    <a:srgbClr val="FFFFFF"/>
                  </a:solidFill>
                  <a:ea typeface="Gmarket Sans Medium" panose="020B0600000101010101" charset="-127"/>
                </a:rPr>
                <a:t>하원</a:t>
              </a:r>
            </a:p>
          </p:txBody>
        </p:sp>
        <p:sp>
          <p:nvSpPr>
            <p:cNvPr id="48" name="TextBox 29">
              <a:extLst>
                <a:ext uri="{FF2B5EF4-FFF2-40B4-BE49-F238E27FC236}">
                  <a16:creationId xmlns:a16="http://schemas.microsoft.com/office/drawing/2014/main" id="{FF7782D9-AA45-F6EC-ADFB-E2B2E656309A}"/>
                </a:ext>
              </a:extLst>
            </p:cNvPr>
            <p:cNvSpPr txBox="1"/>
            <p:nvPr/>
          </p:nvSpPr>
          <p:spPr>
            <a:xfrm>
              <a:off x="15481300" y="5740400"/>
              <a:ext cx="1435100" cy="2921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en-US" sz="1700" b="0" i="0" u="none" strike="noStrike">
                  <a:solidFill>
                    <a:srgbClr val="595959"/>
                  </a:solidFill>
                  <a:latin typeface="Noto Sans CJK KR Medium"/>
                </a:rPr>
                <a:t>16:00 ~ 16:30</a:t>
              </a:r>
            </a:p>
          </p:txBody>
        </p:sp>
        <p:pic>
          <p:nvPicPr>
            <p:cNvPr id="49" name="Picture 30">
              <a:extLst>
                <a:ext uri="{FF2B5EF4-FFF2-40B4-BE49-F238E27FC236}">
                  <a16:creationId xmlns:a16="http://schemas.microsoft.com/office/drawing/2014/main" id="{574AFD6C-4B10-ABC5-FC8E-E7B96D1B71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alphaModFix amt="9000"/>
            </a:blip>
            <a:stretch>
              <a:fillRect/>
            </a:stretch>
          </p:blipFill>
          <p:spPr>
            <a:xfrm>
              <a:off x="14770100" y="6184900"/>
              <a:ext cx="2374900" cy="25400"/>
            </a:xfrm>
            <a:prstGeom prst="rect">
              <a:avLst/>
            </a:prstGeom>
          </p:spPr>
        </p:pic>
        <p:pic>
          <p:nvPicPr>
            <p:cNvPr id="50" name="Picture 31">
              <a:extLst>
                <a:ext uri="{FF2B5EF4-FFF2-40B4-BE49-F238E27FC236}">
                  <a16:creationId xmlns:a16="http://schemas.microsoft.com/office/drawing/2014/main" id="{5A9737FC-6006-8D36-F3FF-BFAD3BAC34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alphaModFix amt="9000"/>
            </a:blip>
            <a:stretch>
              <a:fillRect/>
            </a:stretch>
          </p:blipFill>
          <p:spPr>
            <a:xfrm rot="-5400000">
              <a:off x="15582900" y="6794500"/>
              <a:ext cx="774700" cy="25400"/>
            </a:xfrm>
            <a:prstGeom prst="rect">
              <a:avLst/>
            </a:prstGeom>
          </p:spPr>
        </p:pic>
        <p:sp>
          <p:nvSpPr>
            <p:cNvPr id="51" name="TextBox 32">
              <a:extLst>
                <a:ext uri="{FF2B5EF4-FFF2-40B4-BE49-F238E27FC236}">
                  <a16:creationId xmlns:a16="http://schemas.microsoft.com/office/drawing/2014/main" id="{42AF0D7D-1F91-0A6D-F129-270322D750DB}"/>
                </a:ext>
              </a:extLst>
            </p:cNvPr>
            <p:cNvSpPr txBox="1"/>
            <p:nvPr/>
          </p:nvSpPr>
          <p:spPr>
            <a:xfrm>
              <a:off x="14973300" y="6832600"/>
              <a:ext cx="647700" cy="533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99600"/>
                </a:lnSpc>
              </a:pPr>
              <a:r>
                <a:rPr lang="en-US" sz="3000" b="0" i="0" u="none" strike="noStrike">
                  <a:solidFill>
                    <a:srgbClr val="FD6F22"/>
                  </a:solidFill>
                  <a:latin typeface="Noto Sans CJK KR Medium"/>
                </a:rPr>
                <a:t>5</a:t>
              </a:r>
            </a:p>
          </p:txBody>
        </p:sp>
        <p:sp>
          <p:nvSpPr>
            <p:cNvPr id="52" name="TextBox 33">
              <a:extLst>
                <a:ext uri="{FF2B5EF4-FFF2-40B4-BE49-F238E27FC236}">
                  <a16:creationId xmlns:a16="http://schemas.microsoft.com/office/drawing/2014/main" id="{DBC52E4C-AAEA-5AE8-B996-284B54E09F90}"/>
                </a:ext>
              </a:extLst>
            </p:cNvPr>
            <p:cNvSpPr txBox="1"/>
            <p:nvPr/>
          </p:nvSpPr>
          <p:spPr>
            <a:xfrm>
              <a:off x="16332200" y="6832600"/>
              <a:ext cx="660400" cy="533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99600"/>
                </a:lnSpc>
              </a:pPr>
              <a:r>
                <a:rPr lang="en-US" sz="3000" b="0" i="0" u="none" strike="noStrike">
                  <a:solidFill>
                    <a:srgbClr val="595959"/>
                  </a:solidFill>
                  <a:latin typeface="Noto Sans CJK KR Medium"/>
                </a:rPr>
                <a:t>2</a:t>
              </a:r>
            </a:p>
          </p:txBody>
        </p:sp>
        <p:sp>
          <p:nvSpPr>
            <p:cNvPr id="53" name="TextBox 34">
              <a:extLst>
                <a:ext uri="{FF2B5EF4-FFF2-40B4-BE49-F238E27FC236}">
                  <a16:creationId xmlns:a16="http://schemas.microsoft.com/office/drawing/2014/main" id="{3408DC28-F58A-97D1-9A64-0122D41E4C3B}"/>
                </a:ext>
              </a:extLst>
            </p:cNvPr>
            <p:cNvSpPr txBox="1"/>
            <p:nvPr/>
          </p:nvSpPr>
          <p:spPr>
            <a:xfrm>
              <a:off x="14897100" y="6426200"/>
              <a:ext cx="800100" cy="3937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99600"/>
                </a:lnSpc>
              </a:pPr>
              <a:r>
                <a:rPr lang="ko-KR" sz="2200" b="0" i="0" u="none" strike="noStrike">
                  <a:solidFill>
                    <a:srgbClr val="FD6F22"/>
                  </a:solidFill>
                  <a:ea typeface="Noto Sans CJK KR Medium"/>
                </a:rPr>
                <a:t>탑승</a:t>
              </a:r>
            </a:p>
          </p:txBody>
        </p:sp>
        <p:sp>
          <p:nvSpPr>
            <p:cNvPr id="54" name="TextBox 35">
              <a:extLst>
                <a:ext uri="{FF2B5EF4-FFF2-40B4-BE49-F238E27FC236}">
                  <a16:creationId xmlns:a16="http://schemas.microsoft.com/office/drawing/2014/main" id="{F28DD34A-1FA2-1D6E-CD45-7537474BBC3F}"/>
                </a:ext>
              </a:extLst>
            </p:cNvPr>
            <p:cNvSpPr txBox="1"/>
            <p:nvPr/>
          </p:nvSpPr>
          <p:spPr>
            <a:xfrm>
              <a:off x="16357600" y="6426200"/>
              <a:ext cx="596900" cy="3429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99600"/>
                </a:lnSpc>
              </a:pPr>
              <a:r>
                <a:rPr lang="ko-KR" sz="2200" b="0" i="0" u="none" strike="noStrike">
                  <a:solidFill>
                    <a:srgbClr val="595959"/>
                  </a:solidFill>
                  <a:ea typeface="Noto Sans CJK KR Medium"/>
                </a:rPr>
                <a:t>하차</a:t>
              </a:r>
            </a:p>
          </p:txBody>
        </p:sp>
        <p:pic>
          <p:nvPicPr>
            <p:cNvPr id="55" name="Picture 36">
              <a:extLst>
                <a:ext uri="{FF2B5EF4-FFF2-40B4-BE49-F238E27FC236}">
                  <a16:creationId xmlns:a16="http://schemas.microsoft.com/office/drawing/2014/main" id="{3677ECDC-CA2A-6268-89F8-95CFFFA025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alphaModFix amt="74000"/>
            </a:blip>
            <a:stretch>
              <a:fillRect/>
            </a:stretch>
          </p:blipFill>
          <p:spPr>
            <a:xfrm>
              <a:off x="15214600" y="8559800"/>
              <a:ext cx="1498600" cy="342900"/>
            </a:xfrm>
            <a:prstGeom prst="rect">
              <a:avLst/>
            </a:prstGeom>
          </p:spPr>
        </p:pic>
        <p:sp>
          <p:nvSpPr>
            <p:cNvPr id="56" name="TextBox 37">
              <a:extLst>
                <a:ext uri="{FF2B5EF4-FFF2-40B4-BE49-F238E27FC236}">
                  <a16:creationId xmlns:a16="http://schemas.microsoft.com/office/drawing/2014/main" id="{6266B36F-4ABD-2FAC-4B33-401B4461113E}"/>
                </a:ext>
              </a:extLst>
            </p:cNvPr>
            <p:cNvSpPr txBox="1"/>
            <p:nvPr/>
          </p:nvSpPr>
          <p:spPr>
            <a:xfrm>
              <a:off x="15481300" y="8623300"/>
              <a:ext cx="977900" cy="2286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99600"/>
                </a:lnSpc>
              </a:pPr>
              <a:r>
                <a:rPr lang="ko-KR" sz="1300" b="0" i="0" u="none" strike="noStrike" dirty="0">
                  <a:solidFill>
                    <a:srgbClr val="595959"/>
                  </a:solidFill>
                  <a:ea typeface="Gmarket Sans Medium" panose="020B0600000101010101" charset="-127"/>
                </a:rPr>
                <a:t>운행</a:t>
              </a:r>
              <a:r>
                <a:rPr lang="en-US" sz="1300" b="0" i="0" u="none" strike="noStrike" dirty="0">
                  <a:solidFill>
                    <a:srgbClr val="595959"/>
                  </a:solidFill>
                  <a:latin typeface="Gmarket Sans Medium" panose="020B0600000101010101" charset="-127"/>
                </a:rPr>
                <a:t> </a:t>
              </a:r>
              <a:r>
                <a:rPr lang="ko-KR" sz="1300" b="0" i="0" u="none" strike="noStrike" dirty="0">
                  <a:solidFill>
                    <a:srgbClr val="595959"/>
                  </a:solidFill>
                  <a:ea typeface="Gmarket Sans Medium" panose="020B0600000101010101" charset="-127"/>
                </a:rPr>
                <a:t>종료</a:t>
              </a:r>
            </a:p>
          </p:txBody>
        </p:sp>
        <p:sp>
          <p:nvSpPr>
            <p:cNvPr id="57" name="TextBox 38">
              <a:extLst>
                <a:ext uri="{FF2B5EF4-FFF2-40B4-BE49-F238E27FC236}">
                  <a16:creationId xmlns:a16="http://schemas.microsoft.com/office/drawing/2014/main" id="{1CD04359-112D-6336-97D2-6587663E36AF}"/>
                </a:ext>
              </a:extLst>
            </p:cNvPr>
            <p:cNvSpPr txBox="1"/>
            <p:nvPr/>
          </p:nvSpPr>
          <p:spPr>
            <a:xfrm>
              <a:off x="14579600" y="8293100"/>
              <a:ext cx="2781300" cy="1905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99600"/>
                </a:lnSpc>
              </a:pPr>
              <a:r>
                <a:rPr lang="ko-KR" sz="1100" b="0" i="0" u="none" strike="noStrike" dirty="0">
                  <a:solidFill>
                    <a:srgbClr val="FD6F22">
                      <a:alpha val="83922"/>
                    </a:srgbClr>
                  </a:solidFill>
                  <a:ea typeface="Gmarket Sans Medium" panose="020B0600000101010101" charset="-127"/>
                </a:rPr>
                <a:t>운행</a:t>
              </a:r>
              <a:r>
                <a:rPr lang="en-US" sz="1100" b="0" i="0" u="none" strike="noStrike" dirty="0">
                  <a:solidFill>
                    <a:srgbClr val="FD6F22">
                      <a:alpha val="83922"/>
                    </a:srgbClr>
                  </a:solidFill>
                  <a:latin typeface="Gmarket Sans Medium" panose="020B0600000101010101" charset="-127"/>
                </a:rPr>
                <a:t> </a:t>
              </a:r>
              <a:r>
                <a:rPr lang="ko-KR" sz="1100" b="0" i="0" u="none" strike="noStrike" dirty="0">
                  <a:solidFill>
                    <a:srgbClr val="FD6F22">
                      <a:alpha val="83922"/>
                    </a:srgbClr>
                  </a:solidFill>
                  <a:ea typeface="Gmarket Sans Medium" panose="020B0600000101010101" charset="-127"/>
                </a:rPr>
                <a:t>종료</a:t>
              </a:r>
              <a:r>
                <a:rPr lang="en-US" sz="1100" b="0" i="0" u="none" strike="noStrike" dirty="0">
                  <a:solidFill>
                    <a:srgbClr val="FD6F22">
                      <a:alpha val="83922"/>
                    </a:srgbClr>
                  </a:solidFill>
                  <a:latin typeface="Gmarket Sans Medium" panose="020B0600000101010101" charset="-127"/>
                </a:rPr>
                <a:t> </a:t>
              </a:r>
              <a:r>
                <a:rPr lang="ko-KR" sz="1100" b="0" i="0" u="none" strike="noStrike" dirty="0">
                  <a:solidFill>
                    <a:srgbClr val="FD6F22">
                      <a:alpha val="83922"/>
                    </a:srgbClr>
                  </a:solidFill>
                  <a:ea typeface="Gmarket Sans Medium" panose="020B0600000101010101" charset="-127"/>
                </a:rPr>
                <a:t>전</a:t>
              </a:r>
              <a:r>
                <a:rPr lang="en-US" sz="1100" b="0" i="0" u="none" strike="noStrike" dirty="0">
                  <a:solidFill>
                    <a:srgbClr val="FD6F22">
                      <a:alpha val="83922"/>
                    </a:srgbClr>
                  </a:solidFill>
                  <a:latin typeface="Gmarket Sans Medium" panose="020B0600000101010101" charset="-127"/>
                </a:rPr>
                <a:t> </a:t>
              </a:r>
              <a:r>
                <a:rPr lang="ko-KR" sz="1100" b="0" i="0" u="none" strike="noStrike" dirty="0">
                  <a:solidFill>
                    <a:srgbClr val="FD6F22">
                      <a:alpha val="83922"/>
                    </a:srgbClr>
                  </a:solidFill>
                  <a:ea typeface="Gmarket Sans Medium" panose="020B0600000101010101" charset="-127"/>
                </a:rPr>
                <a:t>차내를</a:t>
              </a:r>
              <a:r>
                <a:rPr lang="en-US" sz="1100" b="0" i="0" u="none" strike="noStrike" dirty="0">
                  <a:solidFill>
                    <a:srgbClr val="FD6F22">
                      <a:alpha val="83922"/>
                    </a:srgbClr>
                  </a:solidFill>
                  <a:latin typeface="Gmarket Sans Medium" panose="020B0600000101010101" charset="-127"/>
                </a:rPr>
                <a:t> </a:t>
              </a:r>
              <a:r>
                <a:rPr lang="ko-KR" sz="1100" b="0" i="0" u="none" strike="noStrike" dirty="0">
                  <a:solidFill>
                    <a:srgbClr val="FD6F22">
                      <a:alpha val="83922"/>
                    </a:srgbClr>
                  </a:solidFill>
                  <a:ea typeface="Gmarket Sans Medium" panose="020B0600000101010101" charset="-127"/>
                </a:rPr>
                <a:t>점검해주시길</a:t>
              </a:r>
              <a:r>
                <a:rPr lang="en-US" sz="1100" b="0" i="0" u="none" strike="noStrike" dirty="0">
                  <a:solidFill>
                    <a:srgbClr val="FD6F22">
                      <a:alpha val="83922"/>
                    </a:srgbClr>
                  </a:solidFill>
                  <a:latin typeface="Gmarket Sans Medium" panose="020B0600000101010101" charset="-127"/>
                </a:rPr>
                <a:t> </a:t>
              </a:r>
              <a:r>
                <a:rPr lang="ko-KR" sz="1100" b="0" i="0" u="none" strike="noStrike" dirty="0">
                  <a:solidFill>
                    <a:srgbClr val="FD6F22">
                      <a:alpha val="83922"/>
                    </a:srgbClr>
                  </a:solidFill>
                  <a:ea typeface="Gmarket Sans Medium" panose="020B0600000101010101" charset="-127"/>
                </a:rPr>
                <a:t>바랍니다</a:t>
              </a:r>
              <a:r>
                <a:rPr lang="en-US" sz="1100" b="0" i="0" u="none" strike="noStrike" dirty="0">
                  <a:solidFill>
                    <a:srgbClr val="FD6F22">
                      <a:alpha val="83922"/>
                    </a:srgbClr>
                  </a:solidFill>
                  <a:latin typeface="Gmarket Sans Medium" panose="020B0600000101010101" charset="-127"/>
                </a:rPr>
                <a:t>.</a:t>
              </a:r>
            </a:p>
          </p:txBody>
        </p:sp>
      </p:grpSp>
      <p:sp>
        <p:nvSpPr>
          <p:cNvPr id="58" name="TextBox 8">
            <a:extLst>
              <a:ext uri="{FF2B5EF4-FFF2-40B4-BE49-F238E27FC236}">
                <a16:creationId xmlns:a16="http://schemas.microsoft.com/office/drawing/2014/main" id="{BE7A724C-7D32-7C95-2344-C742B48A8E2B}"/>
              </a:ext>
            </a:extLst>
          </p:cNvPr>
          <p:cNvSpPr txBox="1"/>
          <p:nvPr/>
        </p:nvSpPr>
        <p:spPr>
          <a:xfrm>
            <a:off x="2597150" y="9258300"/>
            <a:ext cx="6223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2000" dirty="0">
                <a:solidFill>
                  <a:srgbClr val="2D2D2D"/>
                </a:solidFill>
                <a:ea typeface="Gmarket Sans Medium"/>
              </a:rPr>
              <a:t>전                              </a:t>
            </a:r>
            <a:endParaRPr lang="ko-KR" sz="2000" b="0" i="0" u="none" strike="noStrike" dirty="0">
              <a:solidFill>
                <a:srgbClr val="2D2D2D"/>
              </a:solidFill>
              <a:ea typeface="Gmarket Sans Medium"/>
            </a:endParaRPr>
          </a:p>
        </p:txBody>
      </p:sp>
      <p:sp>
        <p:nvSpPr>
          <p:cNvPr id="59" name="TextBox 8">
            <a:extLst>
              <a:ext uri="{FF2B5EF4-FFF2-40B4-BE49-F238E27FC236}">
                <a16:creationId xmlns:a16="http://schemas.microsoft.com/office/drawing/2014/main" id="{2D112655-94AE-90B2-115F-FA1685A1F43C}"/>
              </a:ext>
            </a:extLst>
          </p:cNvPr>
          <p:cNvSpPr txBox="1"/>
          <p:nvPr/>
        </p:nvSpPr>
        <p:spPr>
          <a:xfrm>
            <a:off x="1282700" y="2616200"/>
            <a:ext cx="26797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altLang="ko-KR" sz="3200" b="0" i="0" u="none" strike="noStrike">
                <a:solidFill>
                  <a:srgbClr val="2D2D2D"/>
                </a:solidFill>
                <a:ea typeface="Gmarket Sans Medium"/>
              </a:rPr>
              <a:t>&lt; </a:t>
            </a:r>
            <a:r>
              <a:rPr lang="ko-KR" altLang="en-US" sz="3200" b="0" i="0" u="none" strike="noStrike" dirty="0" err="1">
                <a:solidFill>
                  <a:srgbClr val="2D2D2D"/>
                </a:solidFill>
                <a:ea typeface="Gmarket Sans Medium"/>
              </a:rPr>
              <a:t>기사님화면</a:t>
            </a:r>
            <a:r>
              <a:rPr lang="ko-KR" altLang="en-US" sz="3200" b="0" i="0" u="none" strike="noStrike" dirty="0">
                <a:solidFill>
                  <a:srgbClr val="2D2D2D"/>
                </a:solidFill>
                <a:ea typeface="Gmarket Sans Medium"/>
              </a:rPr>
              <a:t> </a:t>
            </a:r>
            <a:r>
              <a:rPr lang="en-US" altLang="ko-KR" sz="3200" b="0" i="0" u="none" strike="noStrike" dirty="0">
                <a:solidFill>
                  <a:srgbClr val="2D2D2D"/>
                </a:solidFill>
                <a:ea typeface="Gmarket Sans Medium"/>
              </a:rPr>
              <a:t>&gt;</a:t>
            </a:r>
            <a:endParaRPr lang="ko-KR" sz="3200" b="0" i="0" u="none" strike="noStrike" dirty="0">
              <a:solidFill>
                <a:srgbClr val="2D2D2D"/>
              </a:solidFill>
              <a:ea typeface="Gmarket Sans Medium"/>
            </a:endParaRPr>
          </a:p>
        </p:txBody>
      </p:sp>
      <p:sp>
        <p:nvSpPr>
          <p:cNvPr id="60" name="TextBox 8">
            <a:extLst>
              <a:ext uri="{FF2B5EF4-FFF2-40B4-BE49-F238E27FC236}">
                <a16:creationId xmlns:a16="http://schemas.microsoft.com/office/drawing/2014/main" id="{13F00841-C80E-71D0-8B80-39D2B00DA0FA}"/>
              </a:ext>
            </a:extLst>
          </p:cNvPr>
          <p:cNvSpPr txBox="1"/>
          <p:nvPr/>
        </p:nvSpPr>
        <p:spPr>
          <a:xfrm>
            <a:off x="6477000" y="9258300"/>
            <a:ext cx="6223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2000" dirty="0">
                <a:solidFill>
                  <a:srgbClr val="2D2D2D"/>
                </a:solidFill>
                <a:ea typeface="Gmarket Sans Medium"/>
              </a:rPr>
              <a:t>후                              </a:t>
            </a:r>
            <a:endParaRPr lang="ko-KR" sz="2000" b="0" i="0" u="none" strike="noStrike" dirty="0">
              <a:solidFill>
                <a:srgbClr val="2D2D2D"/>
              </a:solidFill>
              <a:ea typeface="Gmarket Sans Medium"/>
            </a:endParaRPr>
          </a:p>
        </p:txBody>
      </p:sp>
      <p:sp>
        <p:nvSpPr>
          <p:cNvPr id="61" name="TextBox 8">
            <a:extLst>
              <a:ext uri="{FF2B5EF4-FFF2-40B4-BE49-F238E27FC236}">
                <a16:creationId xmlns:a16="http://schemas.microsoft.com/office/drawing/2014/main" id="{52ABB914-2087-3262-0AAA-DBA53ACD4AE1}"/>
              </a:ext>
            </a:extLst>
          </p:cNvPr>
          <p:cNvSpPr txBox="1"/>
          <p:nvPr/>
        </p:nvSpPr>
        <p:spPr>
          <a:xfrm>
            <a:off x="9881870" y="2616200"/>
            <a:ext cx="311023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altLang="ko-KR" sz="3200" b="0" i="0" u="none" strike="noStrike" dirty="0">
                <a:solidFill>
                  <a:srgbClr val="2D2D2D"/>
                </a:solidFill>
                <a:ea typeface="Gmarket Sans Medium"/>
              </a:rPr>
              <a:t>&lt; </a:t>
            </a:r>
            <a:r>
              <a:rPr lang="ko-KR" altLang="en-US" sz="3200" b="0" i="0" u="none" strike="noStrike" dirty="0">
                <a:solidFill>
                  <a:srgbClr val="2D2D2D"/>
                </a:solidFill>
                <a:ea typeface="Gmarket Sans Medium"/>
              </a:rPr>
              <a:t>선생님화면 </a:t>
            </a:r>
            <a:r>
              <a:rPr lang="en-US" altLang="ko-KR" sz="3200" b="0" i="0" u="none" strike="noStrike" dirty="0">
                <a:solidFill>
                  <a:srgbClr val="2D2D2D"/>
                </a:solidFill>
                <a:ea typeface="Gmarket Sans Medium"/>
              </a:rPr>
              <a:t>&gt;</a:t>
            </a:r>
            <a:endParaRPr lang="ko-KR" sz="3200" b="0" i="0" u="none" strike="noStrike" dirty="0">
              <a:solidFill>
                <a:srgbClr val="2D2D2D"/>
              </a:solidFill>
              <a:ea typeface="Gmarket Sans Medium"/>
            </a:endParaRPr>
          </a:p>
        </p:txBody>
      </p:sp>
      <p:sp>
        <p:nvSpPr>
          <p:cNvPr id="62" name="TextBox 8">
            <a:extLst>
              <a:ext uri="{FF2B5EF4-FFF2-40B4-BE49-F238E27FC236}">
                <a16:creationId xmlns:a16="http://schemas.microsoft.com/office/drawing/2014/main" id="{D5F97D01-E016-C9B8-550D-A364D49D2D0E}"/>
              </a:ext>
            </a:extLst>
          </p:cNvPr>
          <p:cNvSpPr txBox="1"/>
          <p:nvPr/>
        </p:nvSpPr>
        <p:spPr>
          <a:xfrm>
            <a:off x="11360150" y="9258300"/>
            <a:ext cx="6223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2000" dirty="0">
                <a:solidFill>
                  <a:srgbClr val="2D2D2D"/>
                </a:solidFill>
                <a:ea typeface="Gmarket Sans Medium"/>
              </a:rPr>
              <a:t>전                              </a:t>
            </a:r>
            <a:endParaRPr lang="ko-KR" sz="2000" b="0" i="0" u="none" strike="noStrike" dirty="0">
              <a:solidFill>
                <a:srgbClr val="2D2D2D"/>
              </a:solidFill>
              <a:ea typeface="Gmarket Sans Medium"/>
            </a:endParaRPr>
          </a:p>
        </p:txBody>
      </p:sp>
      <p:sp>
        <p:nvSpPr>
          <p:cNvPr id="63" name="TextBox 8">
            <a:extLst>
              <a:ext uri="{FF2B5EF4-FFF2-40B4-BE49-F238E27FC236}">
                <a16:creationId xmlns:a16="http://schemas.microsoft.com/office/drawing/2014/main" id="{5951ADEB-6650-B4E4-84D0-A9C88FD196D0}"/>
              </a:ext>
            </a:extLst>
          </p:cNvPr>
          <p:cNvSpPr txBox="1"/>
          <p:nvPr/>
        </p:nvSpPr>
        <p:spPr>
          <a:xfrm>
            <a:off x="15271750" y="9258300"/>
            <a:ext cx="6223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2000" dirty="0">
                <a:solidFill>
                  <a:srgbClr val="2D2D2D"/>
                </a:solidFill>
                <a:ea typeface="Gmarket Sans Medium"/>
              </a:rPr>
              <a:t>후                              </a:t>
            </a:r>
            <a:endParaRPr lang="ko-KR" sz="2000" b="0" i="0" u="none" strike="noStrike" dirty="0">
              <a:solidFill>
                <a:srgbClr val="2D2D2D"/>
              </a:solidFill>
              <a:ea typeface="Gmarket Sans Mediu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CF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469900"/>
            <a:ext cx="17614900" cy="93472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5835650" y="3130550"/>
            <a:ext cx="6616700" cy="402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7029"/>
              </a:lnSpc>
            </a:pPr>
            <a:r>
              <a:rPr lang="en-US" sz="7100" b="0" i="0" u="none" strike="noStrike" dirty="0">
                <a:solidFill>
                  <a:srgbClr val="FD9F28"/>
                </a:solidFill>
                <a:latin typeface="Gmarket Sans Bold" panose="020B0600000101010101" charset="-127"/>
                <a:ea typeface="Gmarket Sans Bold" panose="020B0600000101010101" charset="-127"/>
              </a:rPr>
              <a:t>04. Outcome </a:t>
            </a:r>
          </a:p>
          <a:p>
            <a:pPr marL="914400" lvl="0" indent="-914400">
              <a:lnSpc>
                <a:spcPct val="117029"/>
              </a:lnSpc>
              <a:buFont typeface="+mj-lt"/>
              <a:buAutoNum type="arabicPeriod"/>
            </a:pPr>
            <a:r>
              <a:rPr lang="en-US" sz="4600" b="0" i="0" u="none" strike="noStrike" dirty="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Scenario</a:t>
            </a:r>
          </a:p>
          <a:p>
            <a:pPr marL="914400" lvl="0" indent="-914400">
              <a:lnSpc>
                <a:spcPct val="117029"/>
              </a:lnSpc>
              <a:buFont typeface="+mj-lt"/>
              <a:buAutoNum type="arabicPeriod"/>
            </a:pPr>
            <a:r>
              <a:rPr lang="ko-KR" sz="4600" b="0" i="0" u="none" strike="noStrike" dirty="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시연</a:t>
            </a:r>
            <a:r>
              <a:rPr lang="en-US" sz="4600" b="0" i="0" u="none" strike="noStrike" dirty="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sz="4600" b="0" i="0" u="none" strike="noStrike" dirty="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영상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F78B72-DFA8-DDF4-7F04-B698B14F8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그룹 44">
            <a:extLst>
              <a:ext uri="{FF2B5EF4-FFF2-40B4-BE49-F238E27FC236}">
                <a16:creationId xmlns:a16="http://schemas.microsoft.com/office/drawing/2014/main" id="{C94469EA-E6D4-21EB-800D-FFD58F00C2DA}"/>
              </a:ext>
            </a:extLst>
          </p:cNvPr>
          <p:cNvGrpSpPr/>
          <p:nvPr/>
        </p:nvGrpSpPr>
        <p:grpSpPr>
          <a:xfrm>
            <a:off x="1066800" y="800100"/>
            <a:ext cx="6921500" cy="1422400"/>
            <a:chOff x="1193800" y="1295400"/>
            <a:chExt cx="6921500" cy="1422400"/>
          </a:xfrm>
        </p:grpSpPr>
        <p:sp>
          <p:nvSpPr>
            <p:cNvPr id="2" name="TextBox 2"/>
            <p:cNvSpPr txBox="1"/>
            <p:nvPr/>
          </p:nvSpPr>
          <p:spPr>
            <a:xfrm>
              <a:off x="1193800" y="1689100"/>
              <a:ext cx="6921500" cy="1028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99600"/>
                </a:lnSpc>
              </a:pPr>
              <a:r>
                <a:rPr lang="en-US" sz="5800" b="0" i="0" u="none" strike="noStrike" spc="-200">
                  <a:solidFill>
                    <a:srgbClr val="FD9F28"/>
                  </a:solidFill>
                  <a:latin typeface="Gmarket Sans Bold"/>
                </a:rPr>
                <a:t>Scenario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93800" y="1295400"/>
              <a:ext cx="2171700" cy="3429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107899"/>
                </a:lnSpc>
              </a:pPr>
              <a:r>
                <a:rPr lang="en-US" sz="1800" b="0" i="0" u="none" strike="noStrike" dirty="0">
                  <a:solidFill>
                    <a:srgbClr val="2D2D2D">
                      <a:alpha val="60000"/>
                    </a:srgbClr>
                  </a:solidFill>
                  <a:latin typeface="Gmarket Sans Medium"/>
                </a:rPr>
                <a:t>4. Outcome</a:t>
              </a: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21" name="Group 2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ED88EDF4-F3EF-6F36-826A-4CB7496BAF06}"/>
              </a:ext>
            </a:extLst>
          </p:cNvPr>
          <p:cNvGrpSpPr/>
          <p:nvPr/>
        </p:nvGrpSpPr>
        <p:grpSpPr>
          <a:xfrm>
            <a:off x="1371600" y="2877056"/>
            <a:ext cx="3283580" cy="4127434"/>
            <a:chOff x="5286793" y="3962400"/>
            <a:chExt cx="2920163" cy="3733800"/>
          </a:xfrm>
        </p:grpSpPr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3"/>
            <a:srcRect l="12572"/>
            <a:stretch/>
          </p:blipFill>
          <p:spPr>
            <a:xfrm>
              <a:off x="5286793" y="3962400"/>
              <a:ext cx="2920163" cy="3733800"/>
            </a:xfrm>
            <a:prstGeom prst="rect">
              <a:avLst/>
            </a:prstGeom>
          </p:spPr>
        </p:pic>
        <p:pic>
          <p:nvPicPr>
            <p:cNvPr id="23" name="Picture 2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07100" y="5118100"/>
              <a:ext cx="508000" cy="787400"/>
            </a:xfrm>
            <a:prstGeom prst="rect">
              <a:avLst/>
            </a:prstGeom>
          </p:spPr>
        </p:pic>
        <p:sp>
          <p:nvSpPr>
            <p:cNvPr id="25" name="TextBox 25"/>
            <p:cNvSpPr txBox="1"/>
            <p:nvPr/>
          </p:nvSpPr>
          <p:spPr>
            <a:xfrm>
              <a:off x="6553200" y="5448300"/>
              <a:ext cx="508000" cy="279400"/>
            </a:xfrm>
            <a:prstGeom prst="rect">
              <a:avLst/>
            </a:prstGeom>
            <a:noFill/>
          </p:spPr>
          <p:txBody>
            <a:bodyPr lIns="0" tIns="0" rIns="0" bIns="0" rtlCol="0" anchor="t"/>
            <a:lstStyle/>
            <a:p>
              <a:pPr lvl="0" algn="ctr">
                <a:lnSpc>
                  <a:spcPct val="99600"/>
                </a:lnSpc>
              </a:pPr>
              <a:r>
                <a:rPr lang="en-US" sz="1500" b="0" i="0" u="none" strike="noStrike" dirty="0">
                  <a:solidFill>
                    <a:srgbClr val="FC5230"/>
                  </a:solidFill>
                  <a:highlight>
                    <a:srgbClr val="FFFFFF"/>
                  </a:highlight>
                  <a:latin typeface="Gmarket Sans Medium" panose="020B0600000101010101" charset="-127"/>
                </a:rPr>
                <a:t>+1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385409" y="8459305"/>
            <a:ext cx="3255960" cy="29481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1500" b="0" i="0" u="none" strike="noStrike" dirty="0">
                <a:solidFill>
                  <a:srgbClr val="000000"/>
                </a:solidFill>
                <a:ea typeface="Gmarket Sans Medium" panose="020B0600000101010101" charset="-127"/>
              </a:rPr>
              <a:t>아이가</a:t>
            </a:r>
            <a:r>
              <a:rPr lang="en-US" sz="1500" b="0" i="0" u="none" strike="noStrike" dirty="0">
                <a:solidFill>
                  <a:srgbClr val="000000"/>
                </a:solidFill>
                <a:latin typeface="Gmarket Sans Medium" panose="020B0600000101010101" charset="-127"/>
              </a:rPr>
              <a:t> </a:t>
            </a:r>
            <a:r>
              <a:rPr lang="ko-KR" sz="1500" b="0" i="0" u="none" strike="noStrike" dirty="0">
                <a:solidFill>
                  <a:srgbClr val="000000"/>
                </a:solidFill>
                <a:ea typeface="Gmarket Sans Medium" panose="020B0600000101010101" charset="-127"/>
              </a:rPr>
              <a:t>승차</a:t>
            </a:r>
            <a:r>
              <a:rPr lang="en-US" sz="1500" b="0" i="0" u="none" strike="noStrike" dirty="0">
                <a:solidFill>
                  <a:srgbClr val="000000"/>
                </a:solidFill>
                <a:latin typeface="Gmarket Sans Medium" panose="020B0600000101010101" charset="-127"/>
              </a:rPr>
              <a:t> </a:t>
            </a:r>
            <a:r>
              <a:rPr lang="ko-KR" sz="1500" b="0" i="0" u="none" strike="noStrike" dirty="0">
                <a:solidFill>
                  <a:srgbClr val="000000"/>
                </a:solidFill>
                <a:ea typeface="Gmarket Sans Medium" panose="020B0600000101010101" charset="-127"/>
              </a:rPr>
              <a:t>시</a:t>
            </a:r>
            <a:r>
              <a:rPr lang="en-US" sz="1500" b="0" i="0" u="none" strike="noStrike" dirty="0">
                <a:solidFill>
                  <a:srgbClr val="000000"/>
                </a:solidFill>
                <a:latin typeface="Gmarket Sans Medium" panose="020B0600000101010101" charset="-127"/>
              </a:rPr>
              <a:t> </a:t>
            </a:r>
            <a:r>
              <a:rPr lang="ko-KR" sz="1500" b="0" i="0" u="none" strike="noStrike" dirty="0">
                <a:solidFill>
                  <a:srgbClr val="000000"/>
                </a:solidFill>
                <a:ea typeface="Gmarket Sans Medium" panose="020B0600000101010101" charset="-127"/>
              </a:rPr>
              <a:t>태그를</a:t>
            </a:r>
            <a:r>
              <a:rPr lang="en-US" sz="1500" b="0" i="0" u="none" strike="noStrike" dirty="0">
                <a:solidFill>
                  <a:srgbClr val="000000"/>
                </a:solidFill>
                <a:latin typeface="Gmarket Sans Medium" panose="020B0600000101010101" charset="-127"/>
              </a:rPr>
              <a:t> </a:t>
            </a:r>
            <a:r>
              <a:rPr lang="ko-KR" sz="1500" b="0" i="0" u="none" strike="noStrike" dirty="0">
                <a:solidFill>
                  <a:srgbClr val="000000"/>
                </a:solidFill>
                <a:ea typeface="Gmarket Sans Medium" panose="020B0600000101010101" charset="-127"/>
              </a:rPr>
              <a:t>찍는다</a:t>
            </a:r>
            <a:r>
              <a:rPr lang="en-US" sz="1500" b="0" i="0" u="none" strike="noStrike" dirty="0">
                <a:solidFill>
                  <a:srgbClr val="000000"/>
                </a:solidFill>
                <a:latin typeface="Gmarket Sans Medium" panose="020B0600000101010101" charset="-127"/>
              </a:rPr>
              <a:t>.</a:t>
            </a:r>
          </a:p>
        </p:txBody>
      </p: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9D9E3B08-2BE4-3F83-4387-7C306BD65793}"/>
              </a:ext>
            </a:extLst>
          </p:cNvPr>
          <p:cNvGrpSpPr/>
          <p:nvPr/>
        </p:nvGrpSpPr>
        <p:grpSpPr>
          <a:xfrm>
            <a:off x="4970655" y="2330247"/>
            <a:ext cx="2684739" cy="5138233"/>
            <a:chOff x="5315619" y="3053080"/>
            <a:chExt cx="2387600" cy="464820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15619" y="3053080"/>
              <a:ext cx="2387600" cy="4648200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18819" y="3408680"/>
              <a:ext cx="368300" cy="368300"/>
            </a:xfrm>
            <a:prstGeom prst="rect">
              <a:avLst/>
            </a:prstGeom>
          </p:spPr>
        </p:pic>
        <p:sp>
          <p:nvSpPr>
            <p:cNvPr id="7" name="TextBox 7"/>
            <p:cNvSpPr txBox="1"/>
            <p:nvPr/>
          </p:nvSpPr>
          <p:spPr>
            <a:xfrm>
              <a:off x="5912519" y="3395980"/>
              <a:ext cx="1574800" cy="355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000" b="0" i="0" u="none" strike="noStrike" dirty="0">
                  <a:solidFill>
                    <a:srgbClr val="FFFFFF"/>
                  </a:solidFill>
                  <a:latin typeface="Noto Sans CJK KR Bold"/>
                </a:rPr>
                <a:t>Application</a:t>
              </a:r>
            </a:p>
          </p:txBody>
        </p:sp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7">
              <a:alphaModFix amt="49000"/>
            </a:blip>
            <a:stretch>
              <a:fillRect/>
            </a:stretch>
          </p:blipFill>
          <p:spPr>
            <a:xfrm>
              <a:off x="5556919" y="4678680"/>
              <a:ext cx="1892300" cy="1409700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8">
              <a:alphaModFix amt="90000"/>
            </a:blip>
            <a:stretch>
              <a:fillRect/>
            </a:stretch>
          </p:blipFill>
          <p:spPr>
            <a:xfrm>
              <a:off x="5709319" y="4843780"/>
              <a:ext cx="381000" cy="228600"/>
            </a:xfrm>
            <a:prstGeom prst="rect">
              <a:avLst/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5734719" y="4869180"/>
              <a:ext cx="330200" cy="1778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99600"/>
                </a:lnSpc>
              </a:pPr>
              <a:r>
                <a:rPr lang="ko-KR" sz="1000" b="0" i="0" u="none" strike="noStrike" dirty="0">
                  <a:solidFill>
                    <a:srgbClr val="FFFFFF"/>
                  </a:solidFill>
                  <a:ea typeface="Gmarket Sans Medium" panose="020B0600000101010101" charset="-127"/>
                </a:rPr>
                <a:t>하원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179219" y="4856480"/>
              <a:ext cx="990600" cy="2032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en-US" sz="1200" b="0" i="0" u="none" strike="noStrike" dirty="0">
                  <a:solidFill>
                    <a:srgbClr val="595959"/>
                  </a:solidFill>
                  <a:latin typeface="Noto Sans CJK KR Medium"/>
                </a:rPr>
                <a:t>16:00 ~ 16:30</a:t>
              </a:r>
            </a:p>
          </p:txBody>
        </p:sp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9">
              <a:alphaModFix amt="9000"/>
            </a:blip>
            <a:stretch>
              <a:fillRect/>
            </a:stretch>
          </p:blipFill>
          <p:spPr>
            <a:xfrm>
              <a:off x="5683919" y="5173980"/>
              <a:ext cx="1638300" cy="12700"/>
            </a:xfrm>
            <a:prstGeom prst="rect">
              <a:avLst/>
            </a:prstGeom>
          </p:spPr>
        </p:pic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10">
              <a:alphaModFix amt="9000"/>
            </a:blip>
            <a:stretch>
              <a:fillRect/>
            </a:stretch>
          </p:blipFill>
          <p:spPr>
            <a:xfrm rot="16200000">
              <a:off x="6242719" y="5593080"/>
              <a:ext cx="533400" cy="127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5823619" y="5618480"/>
              <a:ext cx="457200" cy="3683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99600"/>
                </a:lnSpc>
              </a:pPr>
              <a:r>
                <a:rPr lang="en-US" sz="2100" b="0" i="0" u="none" strike="noStrike">
                  <a:solidFill>
                    <a:srgbClr val="FD6F22"/>
                  </a:solidFill>
                  <a:latin typeface="Noto Sans CJK KR Medium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63419" y="5618480"/>
              <a:ext cx="457200" cy="3683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99600"/>
                </a:lnSpc>
              </a:pPr>
              <a:r>
                <a:rPr lang="en-US" sz="2100" b="0" i="0" u="none" strike="noStrike" dirty="0">
                  <a:solidFill>
                    <a:srgbClr val="595959"/>
                  </a:solidFill>
                  <a:latin typeface="Noto Sans CJK KR Medium"/>
                </a:rPr>
                <a:t>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772819" y="5339080"/>
              <a:ext cx="558800" cy="279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99600"/>
                </a:lnSpc>
              </a:pPr>
              <a:r>
                <a:rPr lang="ko-KR" sz="1600" b="0" i="0" u="none" strike="noStrike">
                  <a:solidFill>
                    <a:srgbClr val="FD6F22"/>
                  </a:solidFill>
                  <a:ea typeface="Noto Sans CJK KR Medium"/>
                </a:rPr>
                <a:t>탑승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76119" y="5339080"/>
              <a:ext cx="419100" cy="2413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99600"/>
                </a:lnSpc>
              </a:pPr>
              <a:r>
                <a:rPr lang="ko-KR" sz="1600" b="0" i="0" u="none" strike="noStrike" dirty="0">
                  <a:solidFill>
                    <a:srgbClr val="595959"/>
                  </a:solidFill>
                  <a:ea typeface="Noto Sans CJK KR Medium"/>
                </a:rPr>
                <a:t>하차</a:t>
              </a:r>
            </a:p>
          </p:txBody>
        </p:sp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11">
              <a:alphaModFix amt="74000"/>
            </a:blip>
            <a:stretch>
              <a:fillRect/>
            </a:stretch>
          </p:blipFill>
          <p:spPr>
            <a:xfrm>
              <a:off x="6001419" y="6812280"/>
              <a:ext cx="1028700" cy="228600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6179219" y="6850380"/>
              <a:ext cx="673100" cy="152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99600"/>
                </a:lnSpc>
              </a:pPr>
              <a:r>
                <a:rPr lang="ko-KR" sz="900" b="0" i="0" u="none" strike="noStrike" dirty="0">
                  <a:solidFill>
                    <a:srgbClr val="595959"/>
                  </a:solidFill>
                  <a:ea typeface="Gmarket Sans Medium" panose="020B0600000101010101" charset="-127"/>
                </a:rPr>
                <a:t>운행</a:t>
              </a:r>
              <a:r>
                <a:rPr lang="en-US" sz="900" b="0" i="0" u="none" strike="noStrike" dirty="0">
                  <a:solidFill>
                    <a:srgbClr val="595959"/>
                  </a:solidFill>
                  <a:latin typeface="Gmarket Sans Medium" panose="020B0600000101010101" charset="-127"/>
                </a:rPr>
                <a:t> </a:t>
              </a:r>
              <a:r>
                <a:rPr lang="ko-KR" sz="900" b="0" i="0" u="none" strike="noStrike" dirty="0">
                  <a:solidFill>
                    <a:srgbClr val="595959"/>
                  </a:solidFill>
                  <a:ea typeface="Gmarket Sans Medium" panose="020B0600000101010101" charset="-127"/>
                </a:rPr>
                <a:t>종료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556919" y="6621780"/>
              <a:ext cx="1917700" cy="1270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99600"/>
                </a:lnSpc>
              </a:pPr>
              <a:r>
                <a:rPr lang="ko-KR" sz="700" b="0" i="0" u="none" strike="noStrike" dirty="0">
                  <a:solidFill>
                    <a:srgbClr val="FD6F22">
                      <a:alpha val="83922"/>
                    </a:srgbClr>
                  </a:solidFill>
                  <a:ea typeface="Gmarket Sans Medium" panose="020B0600000101010101" charset="-127"/>
                </a:rPr>
                <a:t>운행</a:t>
              </a:r>
              <a:r>
                <a:rPr lang="en-US" sz="700" b="0" i="0" u="none" strike="noStrike" dirty="0">
                  <a:solidFill>
                    <a:srgbClr val="FD6F22">
                      <a:alpha val="83922"/>
                    </a:srgbClr>
                  </a:solidFill>
                  <a:latin typeface="Gmarket Sans Medium" panose="020B0600000101010101" charset="-127"/>
                </a:rPr>
                <a:t> </a:t>
              </a:r>
              <a:r>
                <a:rPr lang="ko-KR" sz="700" b="0" i="0" u="none" strike="noStrike" dirty="0">
                  <a:solidFill>
                    <a:srgbClr val="FD6F22">
                      <a:alpha val="83922"/>
                    </a:srgbClr>
                  </a:solidFill>
                  <a:ea typeface="Gmarket Sans Medium" panose="020B0600000101010101" charset="-127"/>
                </a:rPr>
                <a:t>종료</a:t>
              </a:r>
              <a:r>
                <a:rPr lang="en-US" sz="700" b="0" i="0" u="none" strike="noStrike" dirty="0">
                  <a:solidFill>
                    <a:srgbClr val="FD6F22">
                      <a:alpha val="83922"/>
                    </a:srgbClr>
                  </a:solidFill>
                  <a:latin typeface="Gmarket Sans Medium" panose="020B0600000101010101" charset="-127"/>
                </a:rPr>
                <a:t> </a:t>
              </a:r>
              <a:r>
                <a:rPr lang="ko-KR" sz="700" b="0" i="0" u="none" strike="noStrike" dirty="0">
                  <a:solidFill>
                    <a:srgbClr val="FD6F22">
                      <a:alpha val="83922"/>
                    </a:srgbClr>
                  </a:solidFill>
                  <a:ea typeface="Gmarket Sans Medium" panose="020B0600000101010101" charset="-127"/>
                </a:rPr>
                <a:t>전</a:t>
              </a:r>
              <a:r>
                <a:rPr lang="en-US" sz="700" b="0" i="0" u="none" strike="noStrike" dirty="0">
                  <a:solidFill>
                    <a:srgbClr val="FD6F22">
                      <a:alpha val="83922"/>
                    </a:srgbClr>
                  </a:solidFill>
                  <a:latin typeface="Gmarket Sans Medium" panose="020B0600000101010101" charset="-127"/>
                </a:rPr>
                <a:t> </a:t>
              </a:r>
              <a:r>
                <a:rPr lang="ko-KR" sz="700" b="0" i="0" u="none" strike="noStrike" dirty="0">
                  <a:solidFill>
                    <a:srgbClr val="FD6F22">
                      <a:alpha val="83922"/>
                    </a:srgbClr>
                  </a:solidFill>
                  <a:ea typeface="Gmarket Sans Medium" panose="020B0600000101010101" charset="-127"/>
                </a:rPr>
                <a:t>차내를</a:t>
              </a:r>
              <a:r>
                <a:rPr lang="en-US" sz="700" b="0" i="0" u="none" strike="noStrike" dirty="0">
                  <a:solidFill>
                    <a:srgbClr val="FD6F22">
                      <a:alpha val="83922"/>
                    </a:srgbClr>
                  </a:solidFill>
                  <a:latin typeface="Gmarket Sans Medium" panose="020B0600000101010101" charset="-127"/>
                </a:rPr>
                <a:t> </a:t>
              </a:r>
              <a:r>
                <a:rPr lang="ko-KR" sz="700" b="0" i="0" u="none" strike="noStrike" dirty="0">
                  <a:solidFill>
                    <a:srgbClr val="FD6F22">
                      <a:alpha val="83922"/>
                    </a:srgbClr>
                  </a:solidFill>
                  <a:ea typeface="Gmarket Sans Medium" panose="020B0600000101010101" charset="-127"/>
                </a:rPr>
                <a:t>점검해주시길</a:t>
              </a:r>
              <a:r>
                <a:rPr lang="en-US" sz="700" b="0" i="0" u="none" strike="noStrike" dirty="0">
                  <a:solidFill>
                    <a:srgbClr val="FD6F22">
                      <a:alpha val="83922"/>
                    </a:srgbClr>
                  </a:solidFill>
                  <a:latin typeface="Gmarket Sans Medium" panose="020B0600000101010101" charset="-127"/>
                </a:rPr>
                <a:t> </a:t>
              </a:r>
              <a:r>
                <a:rPr lang="ko-KR" sz="700" b="0" i="0" u="none" strike="noStrike" dirty="0">
                  <a:solidFill>
                    <a:srgbClr val="FD6F22">
                      <a:alpha val="83922"/>
                    </a:srgbClr>
                  </a:solidFill>
                  <a:ea typeface="Gmarket Sans Medium" panose="020B0600000101010101" charset="-127"/>
                </a:rPr>
                <a:t>바랍니다</a:t>
              </a:r>
              <a:r>
                <a:rPr lang="en-US" sz="700" b="0" i="0" u="none" strike="noStrike" dirty="0">
                  <a:solidFill>
                    <a:srgbClr val="FD6F22">
                      <a:alpha val="83922"/>
                    </a:srgbClr>
                  </a:solidFill>
                  <a:latin typeface="Gmarket Sans Medium" panose="020B0600000101010101" charset="-127"/>
                </a:rPr>
                <a:t>.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4685044" y="8245538"/>
            <a:ext cx="3255960" cy="7223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50000"/>
              </a:lnSpc>
            </a:pPr>
            <a:r>
              <a:rPr lang="ko-KR" sz="1500" b="0" i="0" u="none" strike="noStrike" dirty="0">
                <a:solidFill>
                  <a:srgbClr val="000000"/>
                </a:solidFill>
                <a:ea typeface="Gmarket Sans Medium" panose="020B0600000101010101" charset="-127"/>
              </a:rPr>
              <a:t>운전자와</a:t>
            </a:r>
            <a:r>
              <a:rPr lang="en-US" sz="1500" b="0" i="0" u="none" strike="noStrike" dirty="0">
                <a:solidFill>
                  <a:srgbClr val="000000"/>
                </a:solidFill>
                <a:latin typeface="Gmarket Sans Medium" panose="020B0600000101010101" charset="-127"/>
              </a:rPr>
              <a:t> </a:t>
            </a:r>
            <a:r>
              <a:rPr lang="ko-KR" sz="1500" b="0" i="0" u="none" strike="noStrike" dirty="0">
                <a:solidFill>
                  <a:srgbClr val="000000"/>
                </a:solidFill>
                <a:ea typeface="Gmarket Sans Medium" panose="020B0600000101010101" charset="-127"/>
              </a:rPr>
              <a:t>선생님의</a:t>
            </a:r>
            <a:r>
              <a:rPr lang="en-US" sz="1500" b="0" i="0" u="none" strike="noStrike" dirty="0">
                <a:solidFill>
                  <a:srgbClr val="000000"/>
                </a:solidFill>
                <a:latin typeface="Gmarket Sans Medium" panose="020B0600000101010101" charset="-127"/>
              </a:rPr>
              <a:t> </a:t>
            </a:r>
            <a:r>
              <a:rPr lang="ko-KR" sz="1500" b="0" i="0" u="none" strike="noStrike" dirty="0">
                <a:solidFill>
                  <a:srgbClr val="000000"/>
                </a:solidFill>
                <a:ea typeface="Gmarket Sans Medium" panose="020B0600000101010101" charset="-127"/>
              </a:rPr>
              <a:t>화면에서</a:t>
            </a:r>
            <a:r>
              <a:rPr lang="en-US" sz="1500" b="0" i="0" u="none" strike="noStrike" dirty="0">
                <a:solidFill>
                  <a:srgbClr val="000000"/>
                </a:solidFill>
                <a:latin typeface="Gmarket Sans Medium" panose="020B0600000101010101" charset="-127"/>
              </a:rPr>
              <a:t> </a:t>
            </a:r>
            <a:r>
              <a:rPr lang="ko-KR" sz="1500" b="0" i="0" u="none" strike="noStrike" dirty="0">
                <a:solidFill>
                  <a:srgbClr val="000000"/>
                </a:solidFill>
                <a:ea typeface="Gmarket Sans Medium" panose="020B0600000101010101" charset="-127"/>
              </a:rPr>
              <a:t>탑승한</a:t>
            </a:r>
            <a:r>
              <a:rPr lang="en-US" sz="1500" b="0" i="0" u="none" strike="noStrike" dirty="0">
                <a:solidFill>
                  <a:srgbClr val="000000"/>
                </a:solidFill>
                <a:latin typeface="Gmarket Sans Medium" panose="020B0600000101010101" charset="-127"/>
              </a:rPr>
              <a:t> </a:t>
            </a:r>
            <a:r>
              <a:rPr lang="ko-KR" sz="1500" b="0" i="0" u="none" strike="noStrike" dirty="0">
                <a:solidFill>
                  <a:srgbClr val="000000"/>
                </a:solidFill>
                <a:ea typeface="Gmarket Sans Medium" panose="020B0600000101010101" charset="-127"/>
              </a:rPr>
              <a:t>아이의</a:t>
            </a:r>
            <a:r>
              <a:rPr lang="en-US" sz="1500" b="0" i="0" u="none" strike="noStrike" dirty="0">
                <a:solidFill>
                  <a:srgbClr val="000000"/>
                </a:solidFill>
                <a:latin typeface="Gmarket Sans Medium" panose="020B0600000101010101" charset="-127"/>
              </a:rPr>
              <a:t> </a:t>
            </a:r>
            <a:r>
              <a:rPr lang="ko-KR" sz="1500" b="0" i="0" u="none" strike="noStrike" dirty="0">
                <a:solidFill>
                  <a:srgbClr val="000000"/>
                </a:solidFill>
                <a:ea typeface="Gmarket Sans Medium" panose="020B0600000101010101" charset="-127"/>
              </a:rPr>
              <a:t>인원</a:t>
            </a:r>
            <a:r>
              <a:rPr lang="en-US" sz="1500" b="0" i="0" u="none" strike="noStrike" dirty="0">
                <a:solidFill>
                  <a:srgbClr val="000000"/>
                </a:solidFill>
                <a:latin typeface="Gmarket Sans Medium" panose="020B0600000101010101" charset="-127"/>
              </a:rPr>
              <a:t> </a:t>
            </a:r>
            <a:r>
              <a:rPr lang="ko-KR" sz="1500" b="0" i="0" u="none" strike="noStrike" dirty="0">
                <a:solidFill>
                  <a:srgbClr val="000000"/>
                </a:solidFill>
                <a:ea typeface="Gmarket Sans Medium" panose="020B0600000101010101" charset="-127"/>
              </a:rPr>
              <a:t>수가</a:t>
            </a:r>
            <a:r>
              <a:rPr lang="en-US" sz="1500" b="0" i="0" u="none" strike="noStrike" dirty="0">
                <a:solidFill>
                  <a:srgbClr val="000000"/>
                </a:solidFill>
                <a:latin typeface="Gmarket Sans Medium" panose="020B0600000101010101" charset="-127"/>
              </a:rPr>
              <a:t> </a:t>
            </a:r>
            <a:r>
              <a:rPr lang="ko-KR" sz="1500" b="0" i="0" u="none" strike="noStrike" dirty="0">
                <a:solidFill>
                  <a:srgbClr val="000000"/>
                </a:solidFill>
                <a:ea typeface="Gmarket Sans Medium" panose="020B0600000101010101" charset="-127"/>
              </a:rPr>
              <a:t>카운트</a:t>
            </a:r>
            <a:r>
              <a:rPr lang="en-US" altLang="ko-KR" sz="1500" b="0" i="0" u="none" strike="noStrike" dirty="0">
                <a:solidFill>
                  <a:srgbClr val="000000"/>
                </a:solidFill>
                <a:ea typeface="Gmarket Sans Medium" panose="020B0600000101010101" charset="-127"/>
              </a:rPr>
              <a:t> </a:t>
            </a:r>
            <a:r>
              <a:rPr lang="ko-KR" sz="1500" b="0" i="0" u="none" strike="noStrike" dirty="0">
                <a:solidFill>
                  <a:srgbClr val="000000"/>
                </a:solidFill>
                <a:ea typeface="Gmarket Sans Medium" panose="020B0600000101010101" charset="-127"/>
              </a:rPr>
              <a:t>된다</a:t>
            </a:r>
            <a:r>
              <a:rPr lang="en-US" sz="1500" b="0" i="0" u="none" strike="noStrike" dirty="0">
                <a:solidFill>
                  <a:srgbClr val="000000"/>
                </a:solidFill>
                <a:latin typeface="Gmarket Sans Medium" panose="020B0600000101010101" charset="-127"/>
              </a:rPr>
              <a:t>.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0D2589B9-B494-DF5A-D217-FB24D540CD15}"/>
              </a:ext>
            </a:extLst>
          </p:cNvPr>
          <p:cNvGrpSpPr/>
          <p:nvPr/>
        </p:nvGrpSpPr>
        <p:grpSpPr>
          <a:xfrm>
            <a:off x="7949461" y="2330248"/>
            <a:ext cx="2683840" cy="5137570"/>
            <a:chOff x="7795929" y="3045460"/>
            <a:chExt cx="2387600" cy="4648200"/>
          </a:xfrm>
        </p:grpSpPr>
        <p:pic>
          <p:nvPicPr>
            <p:cNvPr id="31" name="Picture 3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95929" y="3045460"/>
              <a:ext cx="2387600" cy="4648200"/>
            </a:xfrm>
            <a:prstGeom prst="rect">
              <a:avLst/>
            </a:prstGeom>
          </p:spPr>
        </p:pic>
        <p:pic>
          <p:nvPicPr>
            <p:cNvPr id="32" name="Picture 3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11829" y="3401060"/>
              <a:ext cx="368300" cy="368300"/>
            </a:xfrm>
            <a:prstGeom prst="rect">
              <a:avLst/>
            </a:prstGeom>
          </p:spPr>
        </p:pic>
        <p:sp>
          <p:nvSpPr>
            <p:cNvPr id="33" name="TextBox 33"/>
            <p:cNvSpPr txBox="1"/>
            <p:nvPr/>
          </p:nvSpPr>
          <p:spPr>
            <a:xfrm>
              <a:off x="8392829" y="3388360"/>
              <a:ext cx="1574800" cy="3556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000" b="0" i="0" u="none" strike="noStrike" dirty="0">
                  <a:solidFill>
                    <a:srgbClr val="FFFFFF"/>
                  </a:solidFill>
                  <a:latin typeface="Noto Sans CJK KR Bold"/>
                </a:rPr>
                <a:t>Application</a:t>
              </a:r>
            </a:p>
          </p:txBody>
        </p:sp>
        <p:pic>
          <p:nvPicPr>
            <p:cNvPr id="34" name="Picture 34"/>
            <p:cNvPicPr>
              <a:picLocks noChangeAspect="1"/>
            </p:cNvPicPr>
            <p:nvPr/>
          </p:nvPicPr>
          <p:blipFill>
            <a:blip r:embed="rId12">
              <a:alphaModFix amt="18000"/>
            </a:blip>
            <a:stretch>
              <a:fillRect/>
            </a:stretch>
          </p:blipFill>
          <p:spPr>
            <a:xfrm>
              <a:off x="8049929" y="4544060"/>
              <a:ext cx="1892300" cy="1993900"/>
            </a:xfrm>
            <a:prstGeom prst="rect">
              <a:avLst/>
            </a:prstGeom>
          </p:spPr>
        </p:pic>
        <p:pic>
          <p:nvPicPr>
            <p:cNvPr id="35" name="Picture 35"/>
            <p:cNvPicPr>
              <a:picLocks noChangeAspect="1"/>
            </p:cNvPicPr>
            <p:nvPr/>
          </p:nvPicPr>
          <p:blipFill>
            <a:blip r:embed="rId8">
              <a:alphaModFix amt="90000"/>
            </a:blip>
            <a:stretch>
              <a:fillRect/>
            </a:stretch>
          </p:blipFill>
          <p:spPr>
            <a:xfrm>
              <a:off x="8189629" y="4696460"/>
              <a:ext cx="381000" cy="228600"/>
            </a:xfrm>
            <a:prstGeom prst="rect">
              <a:avLst/>
            </a:prstGeom>
          </p:spPr>
        </p:pic>
        <p:pic>
          <p:nvPicPr>
            <p:cNvPr id="36" name="Picture 36"/>
            <p:cNvPicPr>
              <a:picLocks noChangeAspect="1"/>
            </p:cNvPicPr>
            <p:nvPr/>
          </p:nvPicPr>
          <p:blipFill>
            <a:blip r:embed="rId13">
              <a:alphaModFix amt="48000"/>
            </a:blip>
            <a:stretch>
              <a:fillRect/>
            </a:stretch>
          </p:blipFill>
          <p:spPr>
            <a:xfrm>
              <a:off x="8316629" y="5979160"/>
              <a:ext cx="1409700" cy="266700"/>
            </a:xfrm>
            <a:prstGeom prst="rect">
              <a:avLst/>
            </a:prstGeom>
          </p:spPr>
        </p:pic>
        <p:sp>
          <p:nvSpPr>
            <p:cNvPr id="37" name="TextBox 37"/>
            <p:cNvSpPr txBox="1"/>
            <p:nvPr/>
          </p:nvSpPr>
          <p:spPr>
            <a:xfrm>
              <a:off x="8227729" y="4734560"/>
              <a:ext cx="330200" cy="1778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99600"/>
                </a:lnSpc>
              </a:pPr>
              <a:r>
                <a:rPr lang="ko-KR" sz="1000" b="0" i="0" u="none" strike="noStrike" dirty="0">
                  <a:solidFill>
                    <a:srgbClr val="FFFFFF"/>
                  </a:solidFill>
                  <a:ea typeface="Gmarket Sans Medium" panose="020B0600000101010101" charset="-127"/>
                </a:rPr>
                <a:t>하원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659529" y="4721860"/>
              <a:ext cx="990600" cy="2032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en-US" sz="1200" b="0" i="0" u="none" strike="noStrike">
                  <a:solidFill>
                    <a:srgbClr val="595959"/>
                  </a:solidFill>
                  <a:latin typeface="Noto Sans CJK KR Medium"/>
                </a:rPr>
                <a:t>16:00 ~ 16:30</a:t>
              </a:r>
            </a:p>
          </p:txBody>
        </p:sp>
        <p:pic>
          <p:nvPicPr>
            <p:cNvPr id="39" name="Picture 39"/>
            <p:cNvPicPr>
              <a:picLocks noChangeAspect="1"/>
            </p:cNvPicPr>
            <p:nvPr/>
          </p:nvPicPr>
          <p:blipFill>
            <a:blip r:embed="rId14">
              <a:alphaModFix amt="38000"/>
            </a:blip>
            <a:stretch>
              <a:fillRect/>
            </a:stretch>
          </p:blipFill>
          <p:spPr>
            <a:xfrm>
              <a:off x="8621429" y="5242560"/>
              <a:ext cx="825500" cy="482600"/>
            </a:xfrm>
            <a:prstGeom prst="rect">
              <a:avLst/>
            </a:prstGeom>
          </p:spPr>
        </p:pic>
        <p:pic>
          <p:nvPicPr>
            <p:cNvPr id="40" name="Picture 40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18960000">
              <a:off x="8608729" y="6068060"/>
              <a:ext cx="127000" cy="127000"/>
            </a:xfrm>
            <a:prstGeom prst="rect">
              <a:avLst/>
            </a:prstGeom>
          </p:spPr>
        </p:pic>
        <p:sp>
          <p:nvSpPr>
            <p:cNvPr id="41" name="TextBox 41"/>
            <p:cNvSpPr txBox="1"/>
            <p:nvPr/>
          </p:nvSpPr>
          <p:spPr>
            <a:xfrm>
              <a:off x="8816139" y="5361460"/>
              <a:ext cx="444500" cy="2782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99600"/>
                </a:lnSpc>
              </a:pPr>
              <a:r>
                <a:rPr lang="en-US" sz="1800" b="0" i="0" u="none" strike="noStrike" dirty="0">
                  <a:solidFill>
                    <a:srgbClr val="595959"/>
                  </a:solidFill>
                  <a:latin typeface="Noto Sans CJK KR Medium"/>
                </a:rPr>
                <a:t>8</a:t>
              </a:r>
              <a:r>
                <a:rPr lang="ko-KR" sz="1800" b="0" i="0" u="none" strike="noStrike" dirty="0">
                  <a:solidFill>
                    <a:srgbClr val="595959"/>
                  </a:solidFill>
                  <a:ea typeface="Noto Sans CJK KR Medium"/>
                </a:rPr>
                <a:t>명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532529" y="6017260"/>
              <a:ext cx="990600" cy="1778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99600"/>
                </a:lnSpc>
              </a:pPr>
              <a:r>
                <a:rPr lang="ko-KR" sz="1000" b="0" i="0" u="none" strike="noStrike">
                  <a:solidFill>
                    <a:srgbClr val="595959"/>
                  </a:solidFill>
                  <a:ea typeface="Noto Sans CJK KR Medium"/>
                </a:rPr>
                <a:t>운행</a:t>
              </a:r>
              <a:r>
                <a:rPr lang="en-US" sz="1000" b="0" i="0" u="none" strike="noStrike">
                  <a:solidFill>
                    <a:srgbClr val="595959"/>
                  </a:solidFill>
                  <a:latin typeface="Noto Sans CJK KR Medium"/>
                </a:rPr>
                <a:t> </a:t>
              </a:r>
              <a:r>
                <a:rPr lang="ko-KR" sz="1000" b="0" i="0" u="none" strike="noStrike">
                  <a:solidFill>
                    <a:srgbClr val="595959"/>
                  </a:solidFill>
                  <a:ea typeface="Noto Sans CJK KR Medium"/>
                </a:rPr>
                <a:t>시작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7949461" y="8060280"/>
            <a:ext cx="2683840" cy="109286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50000"/>
              </a:lnSpc>
            </a:pPr>
            <a:r>
              <a:rPr lang="ko-KR" sz="1500" b="0" i="0" u="none" strike="noStrike" dirty="0">
                <a:solidFill>
                  <a:srgbClr val="000000"/>
                </a:solidFill>
                <a:ea typeface="Gmarket Sans Medium" panose="020B0600000101010101" charset="-127"/>
              </a:rPr>
              <a:t>운전자가</a:t>
            </a:r>
            <a:r>
              <a:rPr lang="en-US" sz="1500" b="0" i="0" u="none" strike="noStrike" dirty="0">
                <a:solidFill>
                  <a:srgbClr val="000000"/>
                </a:solidFill>
                <a:latin typeface="Gmarket Sans Medium" panose="020B0600000101010101" charset="-127"/>
              </a:rPr>
              <a:t> </a:t>
            </a:r>
            <a:r>
              <a:rPr lang="ko-KR" sz="1500" b="0" i="0" u="none" strike="noStrike" dirty="0">
                <a:solidFill>
                  <a:srgbClr val="000000"/>
                </a:solidFill>
                <a:ea typeface="Gmarket Sans Medium" panose="020B0600000101010101" charset="-127"/>
              </a:rPr>
              <a:t>운행</a:t>
            </a:r>
            <a:r>
              <a:rPr lang="en-US" sz="1500" b="0" i="0" u="none" strike="noStrike" dirty="0">
                <a:solidFill>
                  <a:srgbClr val="000000"/>
                </a:solidFill>
                <a:latin typeface="Gmarket Sans Medium" panose="020B0600000101010101" charset="-127"/>
              </a:rPr>
              <a:t> </a:t>
            </a:r>
            <a:r>
              <a:rPr lang="ko-KR" sz="1500" b="0" i="0" u="none" strike="noStrike" dirty="0">
                <a:solidFill>
                  <a:srgbClr val="000000"/>
                </a:solidFill>
                <a:ea typeface="Gmarket Sans Medium" panose="020B0600000101010101" charset="-127"/>
              </a:rPr>
              <a:t>전</a:t>
            </a:r>
            <a:r>
              <a:rPr lang="en-US" altLang="ko-KR" sz="1500" b="0" i="0" u="none" strike="noStrike" dirty="0">
                <a:solidFill>
                  <a:srgbClr val="000000"/>
                </a:solidFill>
                <a:ea typeface="Gmarket Sans Medium" panose="020B0600000101010101" charset="-127"/>
              </a:rPr>
              <a:t>,</a:t>
            </a:r>
          </a:p>
          <a:p>
            <a:pPr lvl="0" algn="ctr">
              <a:lnSpc>
                <a:spcPct val="150000"/>
              </a:lnSpc>
            </a:pPr>
            <a:r>
              <a:rPr lang="en-US" sz="1500" b="0" i="0" u="none" strike="noStrike" dirty="0">
                <a:solidFill>
                  <a:srgbClr val="000000"/>
                </a:solidFill>
                <a:latin typeface="Gmarket Sans Medium" panose="020B0600000101010101" charset="-127"/>
              </a:rPr>
              <a:t> </a:t>
            </a:r>
            <a:r>
              <a:rPr lang="ko-KR" sz="1500" b="0" i="0" u="none" strike="noStrike" dirty="0">
                <a:solidFill>
                  <a:srgbClr val="000000"/>
                </a:solidFill>
                <a:ea typeface="Gmarket Sans Medium" panose="020B0600000101010101" charset="-127"/>
              </a:rPr>
              <a:t>탑승자의</a:t>
            </a:r>
            <a:r>
              <a:rPr lang="en-US" sz="1500" b="0" i="0" u="none" strike="noStrike" dirty="0">
                <a:solidFill>
                  <a:srgbClr val="000000"/>
                </a:solidFill>
                <a:latin typeface="Gmarket Sans Medium" panose="020B0600000101010101" charset="-127"/>
              </a:rPr>
              <a:t> </a:t>
            </a:r>
            <a:r>
              <a:rPr lang="ko-KR" sz="1500" b="0" i="0" u="none" strike="noStrike" dirty="0">
                <a:solidFill>
                  <a:srgbClr val="000000"/>
                </a:solidFill>
                <a:ea typeface="Gmarket Sans Medium" panose="020B0600000101010101" charset="-127"/>
              </a:rPr>
              <a:t>수를</a:t>
            </a:r>
            <a:r>
              <a:rPr lang="en-US" sz="1500" b="0" i="0" u="none" strike="noStrike" dirty="0">
                <a:solidFill>
                  <a:srgbClr val="000000"/>
                </a:solidFill>
                <a:latin typeface="Gmarket Sans Medium" panose="020B0600000101010101" charset="-127"/>
              </a:rPr>
              <a:t> </a:t>
            </a:r>
            <a:r>
              <a:rPr lang="ko-KR" altLang="en-US" sz="1500" b="0" i="0" u="none" strike="noStrike" dirty="0">
                <a:solidFill>
                  <a:srgbClr val="000000"/>
                </a:solidFill>
                <a:ea typeface="Gmarket Sans Medium" panose="020B0600000101010101" charset="-127"/>
              </a:rPr>
              <a:t>확인하고</a:t>
            </a:r>
            <a:endParaRPr lang="en-US" altLang="ko-KR" sz="1500" dirty="0">
              <a:solidFill>
                <a:srgbClr val="000000"/>
              </a:solidFill>
              <a:ea typeface="Gmarket Sans Medium" panose="020B0600000101010101" charset="-127"/>
            </a:endParaRPr>
          </a:p>
          <a:p>
            <a:pPr lvl="0" algn="ctr">
              <a:lnSpc>
                <a:spcPct val="150000"/>
              </a:lnSpc>
            </a:pPr>
            <a:r>
              <a:rPr lang="ko-KR" sz="1500" b="0" i="0" u="none" strike="noStrike" dirty="0">
                <a:solidFill>
                  <a:srgbClr val="000000"/>
                </a:solidFill>
                <a:ea typeface="Gmarket Sans Medium" panose="020B0600000101010101" charset="-127"/>
              </a:rPr>
              <a:t>운행</a:t>
            </a:r>
            <a:r>
              <a:rPr lang="en-US" sz="1500" b="0" i="0" u="none" strike="noStrike" dirty="0">
                <a:solidFill>
                  <a:srgbClr val="000000"/>
                </a:solidFill>
                <a:latin typeface="Gmarket Sans Medium" panose="020B0600000101010101" charset="-127"/>
              </a:rPr>
              <a:t> </a:t>
            </a:r>
            <a:r>
              <a:rPr lang="ko-KR" sz="1500" b="0" i="0" u="none" strike="noStrike" dirty="0">
                <a:solidFill>
                  <a:srgbClr val="000000"/>
                </a:solidFill>
                <a:ea typeface="Gmarket Sans Medium" panose="020B0600000101010101" charset="-127"/>
              </a:rPr>
              <a:t>시작을</a:t>
            </a:r>
            <a:r>
              <a:rPr lang="en-US" sz="1500" b="0" i="0" u="none" strike="noStrike" dirty="0">
                <a:solidFill>
                  <a:srgbClr val="000000"/>
                </a:solidFill>
                <a:latin typeface="Gmarket Sans Medium" panose="020B0600000101010101" charset="-127"/>
              </a:rPr>
              <a:t> </a:t>
            </a:r>
            <a:r>
              <a:rPr lang="ko-KR" sz="1500" b="0" i="0" u="none" strike="noStrike" dirty="0">
                <a:solidFill>
                  <a:srgbClr val="000000"/>
                </a:solidFill>
                <a:ea typeface="Gmarket Sans Medium" panose="020B0600000101010101" charset="-127"/>
              </a:rPr>
              <a:t>누른다</a:t>
            </a:r>
            <a:r>
              <a:rPr lang="en-US" sz="1500" b="0" i="0" u="none" strike="noStrike" dirty="0">
                <a:solidFill>
                  <a:srgbClr val="000000"/>
                </a:solidFill>
                <a:latin typeface="Gmarket Sans Medium" panose="020B0600000101010101" charset="-127"/>
              </a:rPr>
              <a:t>.</a:t>
            </a:r>
          </a:p>
        </p:txBody>
      </p:sp>
      <p:sp>
        <p:nvSpPr>
          <p:cNvPr id="44" name="슬라이드 번호 개체 틀 43">
            <a:extLst>
              <a:ext uri="{FF2B5EF4-FFF2-40B4-BE49-F238E27FC236}">
                <a16:creationId xmlns:a16="http://schemas.microsoft.com/office/drawing/2014/main" id="{C8D78B84-B374-29E7-4E3E-9B76F51A2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 dirty="0"/>
          </a:p>
        </p:txBody>
      </p: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44877EE4-D645-3E38-0EED-22B57FDAB58C}"/>
              </a:ext>
            </a:extLst>
          </p:cNvPr>
          <p:cNvGrpSpPr/>
          <p:nvPr/>
        </p:nvGrpSpPr>
        <p:grpSpPr>
          <a:xfrm>
            <a:off x="13910460" y="2291734"/>
            <a:ext cx="2684739" cy="5138233"/>
            <a:chOff x="11029062" y="3014816"/>
            <a:chExt cx="2387600" cy="4648200"/>
          </a:xfrm>
        </p:grpSpPr>
        <p:pic>
          <p:nvPicPr>
            <p:cNvPr id="52" name="Picture 5">
              <a:extLst>
                <a:ext uri="{FF2B5EF4-FFF2-40B4-BE49-F238E27FC236}">
                  <a16:creationId xmlns:a16="http://schemas.microsoft.com/office/drawing/2014/main" id="{B6AD1424-4122-92AD-20F7-2206568CBF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029062" y="3014816"/>
              <a:ext cx="2387600" cy="4648200"/>
            </a:xfrm>
            <a:prstGeom prst="rect">
              <a:avLst/>
            </a:prstGeom>
          </p:spPr>
        </p:pic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A5767074-6B77-8BBB-0C2B-25E6F44F928C}"/>
                </a:ext>
              </a:extLst>
            </p:cNvPr>
            <p:cNvGrpSpPr/>
            <p:nvPr/>
          </p:nvGrpSpPr>
          <p:grpSpPr>
            <a:xfrm>
              <a:off x="11277013" y="3357716"/>
              <a:ext cx="1968500" cy="381000"/>
              <a:chOff x="11811000" y="3395980"/>
              <a:chExt cx="1968500" cy="381000"/>
            </a:xfrm>
          </p:grpSpPr>
          <p:pic>
            <p:nvPicPr>
              <p:cNvPr id="56" name="Picture 6">
                <a:extLst>
                  <a:ext uri="{FF2B5EF4-FFF2-40B4-BE49-F238E27FC236}">
                    <a16:creationId xmlns:a16="http://schemas.microsoft.com/office/drawing/2014/main" id="{6C3B407D-B43A-7943-7403-EEF41C4E1F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811000" y="3408680"/>
                <a:ext cx="368300" cy="368300"/>
              </a:xfrm>
              <a:prstGeom prst="rect">
                <a:avLst/>
              </a:prstGeom>
            </p:spPr>
          </p:pic>
          <p:sp>
            <p:nvSpPr>
              <p:cNvPr id="57" name="TextBox 7">
                <a:extLst>
                  <a:ext uri="{FF2B5EF4-FFF2-40B4-BE49-F238E27FC236}">
                    <a16:creationId xmlns:a16="http://schemas.microsoft.com/office/drawing/2014/main" id="{7A1FDFA4-188D-4B6B-49FD-315F21809CCF}"/>
                  </a:ext>
                </a:extLst>
              </p:cNvPr>
              <p:cNvSpPr txBox="1"/>
              <p:nvPr/>
            </p:nvSpPr>
            <p:spPr>
              <a:xfrm>
                <a:off x="12204700" y="3395980"/>
                <a:ext cx="1574800" cy="3556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lvl="0" algn="ctr">
                  <a:lnSpc>
                    <a:spcPct val="99600"/>
                  </a:lnSpc>
                </a:pPr>
                <a:r>
                  <a:rPr lang="en-US" sz="2000" b="0" i="0" u="none" strike="noStrike" dirty="0">
                    <a:solidFill>
                      <a:srgbClr val="FFFFFF"/>
                    </a:solidFill>
                    <a:latin typeface="Noto Sans CJK KR Bold"/>
                  </a:rPr>
                  <a:t>Application</a:t>
                </a:r>
              </a:p>
            </p:txBody>
          </p:sp>
        </p:grpSp>
        <p:pic>
          <p:nvPicPr>
            <p:cNvPr id="62" name="Picture 18">
              <a:extLst>
                <a:ext uri="{FF2B5EF4-FFF2-40B4-BE49-F238E27FC236}">
                  <a16:creationId xmlns:a16="http://schemas.microsoft.com/office/drawing/2014/main" id="{897C234F-885F-CD37-5CF7-50FB31999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alphaModFix amt="74000"/>
            </a:blip>
            <a:stretch>
              <a:fillRect/>
            </a:stretch>
          </p:blipFill>
          <p:spPr>
            <a:xfrm>
              <a:off x="11721513" y="6774016"/>
              <a:ext cx="1028700" cy="228600"/>
            </a:xfrm>
            <a:prstGeom prst="rect">
              <a:avLst/>
            </a:prstGeom>
          </p:spPr>
        </p:pic>
        <p:sp>
          <p:nvSpPr>
            <p:cNvPr id="63" name="TextBox 20">
              <a:extLst>
                <a:ext uri="{FF2B5EF4-FFF2-40B4-BE49-F238E27FC236}">
                  <a16:creationId xmlns:a16="http://schemas.microsoft.com/office/drawing/2014/main" id="{CEA2A2D6-9ADE-684D-85D3-59D5D9AE45BA}"/>
                </a:ext>
              </a:extLst>
            </p:cNvPr>
            <p:cNvSpPr txBox="1"/>
            <p:nvPr/>
          </p:nvSpPr>
          <p:spPr>
            <a:xfrm>
              <a:off x="11277013" y="6583516"/>
              <a:ext cx="1917700" cy="1270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99600"/>
                </a:lnSpc>
              </a:pPr>
              <a:r>
                <a:rPr lang="ko-KR" sz="700" b="0" i="0" u="none" strike="noStrike" dirty="0">
                  <a:solidFill>
                    <a:srgbClr val="FD6F22">
                      <a:alpha val="83922"/>
                    </a:srgbClr>
                  </a:solidFill>
                  <a:ea typeface="Gmarket Sans Medium" panose="020B0600000101010101" charset="-127"/>
                </a:rPr>
                <a:t>운행</a:t>
              </a:r>
              <a:r>
                <a:rPr lang="en-US" sz="700" b="0" i="0" u="none" strike="noStrike" dirty="0">
                  <a:solidFill>
                    <a:srgbClr val="FD6F22">
                      <a:alpha val="83922"/>
                    </a:srgbClr>
                  </a:solidFill>
                  <a:latin typeface="Gmarket Sans Medium" panose="020B0600000101010101" charset="-127"/>
                </a:rPr>
                <a:t> </a:t>
              </a:r>
              <a:r>
                <a:rPr lang="ko-KR" sz="700" b="0" i="0" u="none" strike="noStrike" dirty="0">
                  <a:solidFill>
                    <a:srgbClr val="FD6F22">
                      <a:alpha val="83922"/>
                    </a:srgbClr>
                  </a:solidFill>
                  <a:ea typeface="Gmarket Sans Medium" panose="020B0600000101010101" charset="-127"/>
                </a:rPr>
                <a:t>종료</a:t>
              </a:r>
              <a:r>
                <a:rPr lang="en-US" sz="700" b="0" i="0" u="none" strike="noStrike" dirty="0">
                  <a:solidFill>
                    <a:srgbClr val="FD6F22">
                      <a:alpha val="83922"/>
                    </a:srgbClr>
                  </a:solidFill>
                  <a:latin typeface="Gmarket Sans Medium" panose="020B0600000101010101" charset="-127"/>
                </a:rPr>
                <a:t> </a:t>
              </a:r>
              <a:r>
                <a:rPr lang="ko-KR" sz="700" b="0" i="0" u="none" strike="noStrike" dirty="0">
                  <a:solidFill>
                    <a:srgbClr val="FD6F22">
                      <a:alpha val="83922"/>
                    </a:srgbClr>
                  </a:solidFill>
                  <a:ea typeface="Gmarket Sans Medium" panose="020B0600000101010101" charset="-127"/>
                </a:rPr>
                <a:t>전</a:t>
              </a:r>
              <a:r>
                <a:rPr lang="en-US" sz="700" b="0" i="0" u="none" strike="noStrike" dirty="0">
                  <a:solidFill>
                    <a:srgbClr val="FD6F22">
                      <a:alpha val="83922"/>
                    </a:srgbClr>
                  </a:solidFill>
                  <a:latin typeface="Gmarket Sans Medium" panose="020B0600000101010101" charset="-127"/>
                </a:rPr>
                <a:t> </a:t>
              </a:r>
              <a:r>
                <a:rPr lang="ko-KR" sz="700" b="0" i="0" u="none" strike="noStrike" dirty="0">
                  <a:solidFill>
                    <a:srgbClr val="FD6F22">
                      <a:alpha val="83922"/>
                    </a:srgbClr>
                  </a:solidFill>
                  <a:ea typeface="Gmarket Sans Medium" panose="020B0600000101010101" charset="-127"/>
                </a:rPr>
                <a:t>차내를</a:t>
              </a:r>
              <a:r>
                <a:rPr lang="en-US" sz="700" b="0" i="0" u="none" strike="noStrike" dirty="0">
                  <a:solidFill>
                    <a:srgbClr val="FD6F22">
                      <a:alpha val="83922"/>
                    </a:srgbClr>
                  </a:solidFill>
                  <a:latin typeface="Gmarket Sans Medium" panose="020B0600000101010101" charset="-127"/>
                </a:rPr>
                <a:t> </a:t>
              </a:r>
              <a:r>
                <a:rPr lang="ko-KR" sz="700" b="0" i="0" u="none" strike="noStrike" dirty="0">
                  <a:solidFill>
                    <a:srgbClr val="FD6F22">
                      <a:alpha val="83922"/>
                    </a:srgbClr>
                  </a:solidFill>
                  <a:ea typeface="Gmarket Sans Medium" panose="020B0600000101010101" charset="-127"/>
                </a:rPr>
                <a:t>점검해주시길</a:t>
              </a:r>
              <a:r>
                <a:rPr lang="en-US" sz="700" b="0" i="0" u="none" strike="noStrike" dirty="0">
                  <a:solidFill>
                    <a:srgbClr val="FD6F22">
                      <a:alpha val="83922"/>
                    </a:srgbClr>
                  </a:solidFill>
                  <a:latin typeface="Gmarket Sans Medium" panose="020B0600000101010101" charset="-127"/>
                </a:rPr>
                <a:t> </a:t>
              </a:r>
              <a:r>
                <a:rPr lang="ko-KR" sz="700" b="0" i="0" u="none" strike="noStrike" dirty="0">
                  <a:solidFill>
                    <a:srgbClr val="FD6F22">
                      <a:alpha val="83922"/>
                    </a:srgbClr>
                  </a:solidFill>
                  <a:ea typeface="Gmarket Sans Medium" panose="020B0600000101010101" charset="-127"/>
                </a:rPr>
                <a:t>바랍니다</a:t>
              </a:r>
              <a:r>
                <a:rPr lang="en-US" sz="700" b="0" i="0" u="none" strike="noStrike" dirty="0">
                  <a:solidFill>
                    <a:srgbClr val="FD6F22">
                      <a:alpha val="83922"/>
                    </a:srgbClr>
                  </a:solidFill>
                  <a:latin typeface="Gmarket Sans Medium" panose="020B0600000101010101" charset="-127"/>
                </a:rPr>
                <a:t>.</a:t>
              </a:r>
            </a:p>
          </p:txBody>
        </p:sp>
        <p:pic>
          <p:nvPicPr>
            <p:cNvPr id="64" name="Picture 8">
              <a:extLst>
                <a:ext uri="{FF2B5EF4-FFF2-40B4-BE49-F238E27FC236}">
                  <a16:creationId xmlns:a16="http://schemas.microsoft.com/office/drawing/2014/main" id="{386EFDC4-AC52-727A-AC7F-DBD86C3C815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 amt="49000"/>
            </a:blip>
            <a:stretch>
              <a:fillRect/>
            </a:stretch>
          </p:blipFill>
          <p:spPr>
            <a:xfrm>
              <a:off x="11277013" y="4640416"/>
              <a:ext cx="1892300" cy="1409700"/>
            </a:xfrm>
            <a:prstGeom prst="rect">
              <a:avLst/>
            </a:prstGeom>
          </p:spPr>
        </p:pic>
        <p:pic>
          <p:nvPicPr>
            <p:cNvPr id="65" name="Picture 9">
              <a:extLst>
                <a:ext uri="{FF2B5EF4-FFF2-40B4-BE49-F238E27FC236}">
                  <a16:creationId xmlns:a16="http://schemas.microsoft.com/office/drawing/2014/main" id="{7AE3D0F2-D7F3-7420-47A0-0A7EC59BE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alphaModFix amt="90000"/>
            </a:blip>
            <a:stretch>
              <a:fillRect/>
            </a:stretch>
          </p:blipFill>
          <p:spPr>
            <a:xfrm>
              <a:off x="11429413" y="4805516"/>
              <a:ext cx="381000" cy="228600"/>
            </a:xfrm>
            <a:prstGeom prst="rect">
              <a:avLst/>
            </a:prstGeom>
          </p:spPr>
        </p:pic>
        <p:sp>
          <p:nvSpPr>
            <p:cNvPr id="66" name="TextBox 10">
              <a:extLst>
                <a:ext uri="{FF2B5EF4-FFF2-40B4-BE49-F238E27FC236}">
                  <a16:creationId xmlns:a16="http://schemas.microsoft.com/office/drawing/2014/main" id="{AD0F6DA5-9ECD-8FBF-887C-0888EF1053F4}"/>
                </a:ext>
              </a:extLst>
            </p:cNvPr>
            <p:cNvSpPr txBox="1"/>
            <p:nvPr/>
          </p:nvSpPr>
          <p:spPr>
            <a:xfrm>
              <a:off x="11454813" y="4830916"/>
              <a:ext cx="330200" cy="1778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99600"/>
                </a:lnSpc>
              </a:pPr>
              <a:r>
                <a:rPr lang="ko-KR" sz="1000" b="0" i="0" u="none" strike="noStrike" dirty="0">
                  <a:solidFill>
                    <a:srgbClr val="FFFFFF"/>
                  </a:solidFill>
                  <a:ea typeface="Gmarket Sans Medium" panose="020B0600000101010101" charset="-127"/>
                </a:rPr>
                <a:t>하원</a:t>
              </a:r>
            </a:p>
          </p:txBody>
        </p:sp>
        <p:sp>
          <p:nvSpPr>
            <p:cNvPr id="67" name="TextBox 11">
              <a:extLst>
                <a:ext uri="{FF2B5EF4-FFF2-40B4-BE49-F238E27FC236}">
                  <a16:creationId xmlns:a16="http://schemas.microsoft.com/office/drawing/2014/main" id="{3788AB60-69B0-A2F2-0E54-514C6C7619CD}"/>
                </a:ext>
              </a:extLst>
            </p:cNvPr>
            <p:cNvSpPr txBox="1"/>
            <p:nvPr/>
          </p:nvSpPr>
          <p:spPr>
            <a:xfrm>
              <a:off x="11899313" y="4818216"/>
              <a:ext cx="990600" cy="2032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en-US" sz="1200" b="0" i="0" u="none" strike="noStrike">
                  <a:solidFill>
                    <a:srgbClr val="595959"/>
                  </a:solidFill>
                  <a:latin typeface="Noto Sans CJK KR Medium"/>
                </a:rPr>
                <a:t>16:00 ~ 16:30</a:t>
              </a:r>
            </a:p>
          </p:txBody>
        </p:sp>
        <p:pic>
          <p:nvPicPr>
            <p:cNvPr id="68" name="Picture 12">
              <a:extLst>
                <a:ext uri="{FF2B5EF4-FFF2-40B4-BE49-F238E27FC236}">
                  <a16:creationId xmlns:a16="http://schemas.microsoft.com/office/drawing/2014/main" id="{9127BFFA-CEF9-7828-B063-C3279E719D0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alphaModFix amt="9000"/>
            </a:blip>
            <a:stretch>
              <a:fillRect/>
            </a:stretch>
          </p:blipFill>
          <p:spPr>
            <a:xfrm>
              <a:off x="11404013" y="5135716"/>
              <a:ext cx="1638300" cy="12700"/>
            </a:xfrm>
            <a:prstGeom prst="rect">
              <a:avLst/>
            </a:prstGeom>
          </p:spPr>
        </p:pic>
        <p:pic>
          <p:nvPicPr>
            <p:cNvPr id="69" name="Picture 13">
              <a:extLst>
                <a:ext uri="{FF2B5EF4-FFF2-40B4-BE49-F238E27FC236}">
                  <a16:creationId xmlns:a16="http://schemas.microsoft.com/office/drawing/2014/main" id="{FE4B2885-2EA2-A6AD-A743-A73AF97D655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alphaModFix amt="9000"/>
            </a:blip>
            <a:stretch>
              <a:fillRect/>
            </a:stretch>
          </p:blipFill>
          <p:spPr>
            <a:xfrm rot="16200000">
              <a:off x="11962813" y="5554816"/>
              <a:ext cx="533400" cy="12700"/>
            </a:xfrm>
            <a:prstGeom prst="rect">
              <a:avLst/>
            </a:prstGeom>
          </p:spPr>
        </p:pic>
        <p:sp>
          <p:nvSpPr>
            <p:cNvPr id="70" name="TextBox 14">
              <a:extLst>
                <a:ext uri="{FF2B5EF4-FFF2-40B4-BE49-F238E27FC236}">
                  <a16:creationId xmlns:a16="http://schemas.microsoft.com/office/drawing/2014/main" id="{DC446A51-0802-E585-A01C-49265F4C60CD}"/>
                </a:ext>
              </a:extLst>
            </p:cNvPr>
            <p:cNvSpPr txBox="1"/>
            <p:nvPr/>
          </p:nvSpPr>
          <p:spPr>
            <a:xfrm>
              <a:off x="11543713" y="5580216"/>
              <a:ext cx="457200" cy="3683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99600"/>
                </a:lnSpc>
              </a:pPr>
              <a:r>
                <a:rPr lang="en-US" sz="2100" b="0" i="0" u="none" strike="noStrike">
                  <a:solidFill>
                    <a:srgbClr val="FD6F22"/>
                  </a:solidFill>
                  <a:latin typeface="Noto Sans CJK KR Medium"/>
                </a:rPr>
                <a:t>1</a:t>
              </a:r>
            </a:p>
          </p:txBody>
        </p:sp>
        <p:sp>
          <p:nvSpPr>
            <p:cNvPr id="71" name="TextBox 15">
              <a:extLst>
                <a:ext uri="{FF2B5EF4-FFF2-40B4-BE49-F238E27FC236}">
                  <a16:creationId xmlns:a16="http://schemas.microsoft.com/office/drawing/2014/main" id="{56ABC307-DAA3-8359-DA59-4F30EABD8326}"/>
                </a:ext>
              </a:extLst>
            </p:cNvPr>
            <p:cNvSpPr txBox="1"/>
            <p:nvPr/>
          </p:nvSpPr>
          <p:spPr>
            <a:xfrm>
              <a:off x="12483513" y="5580216"/>
              <a:ext cx="457200" cy="3683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99600"/>
                </a:lnSpc>
              </a:pPr>
              <a:r>
                <a:rPr lang="en-US" sz="2100" b="0" i="0" u="none" strike="noStrike" dirty="0">
                  <a:solidFill>
                    <a:srgbClr val="595959"/>
                  </a:solidFill>
                  <a:latin typeface="Noto Sans CJK KR Medium"/>
                </a:rPr>
                <a:t>0</a:t>
              </a:r>
            </a:p>
          </p:txBody>
        </p:sp>
        <p:sp>
          <p:nvSpPr>
            <p:cNvPr id="72" name="TextBox 16">
              <a:extLst>
                <a:ext uri="{FF2B5EF4-FFF2-40B4-BE49-F238E27FC236}">
                  <a16:creationId xmlns:a16="http://schemas.microsoft.com/office/drawing/2014/main" id="{223DD20B-F106-E8CE-FA33-269A0073B788}"/>
                </a:ext>
              </a:extLst>
            </p:cNvPr>
            <p:cNvSpPr txBox="1"/>
            <p:nvPr/>
          </p:nvSpPr>
          <p:spPr>
            <a:xfrm>
              <a:off x="11492913" y="5300816"/>
              <a:ext cx="558800" cy="279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99600"/>
                </a:lnSpc>
              </a:pPr>
              <a:r>
                <a:rPr lang="ko-KR" sz="1600" b="0" i="0" u="none" strike="noStrike">
                  <a:solidFill>
                    <a:srgbClr val="FD6F22"/>
                  </a:solidFill>
                  <a:ea typeface="Noto Sans CJK KR Medium"/>
                </a:rPr>
                <a:t>탑승</a:t>
              </a:r>
            </a:p>
          </p:txBody>
        </p:sp>
        <p:sp>
          <p:nvSpPr>
            <p:cNvPr id="73" name="TextBox 17">
              <a:extLst>
                <a:ext uri="{FF2B5EF4-FFF2-40B4-BE49-F238E27FC236}">
                  <a16:creationId xmlns:a16="http://schemas.microsoft.com/office/drawing/2014/main" id="{AA3EE1C0-196B-96FD-F1A7-7B7C216874BE}"/>
                </a:ext>
              </a:extLst>
            </p:cNvPr>
            <p:cNvSpPr txBox="1"/>
            <p:nvPr/>
          </p:nvSpPr>
          <p:spPr>
            <a:xfrm>
              <a:off x="12496213" y="5300816"/>
              <a:ext cx="419100" cy="2413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99600"/>
                </a:lnSpc>
              </a:pPr>
              <a:r>
                <a:rPr lang="ko-KR" sz="1600" b="0" i="0" u="none" strike="noStrike" dirty="0">
                  <a:solidFill>
                    <a:srgbClr val="595959"/>
                  </a:solidFill>
                  <a:ea typeface="Noto Sans CJK KR Medium"/>
                </a:rPr>
                <a:t>하차</a:t>
              </a:r>
            </a:p>
          </p:txBody>
        </p:sp>
        <p:sp>
          <p:nvSpPr>
            <p:cNvPr id="74" name="사각형: 둥근 위쪽 모서리 73">
              <a:extLst>
                <a:ext uri="{FF2B5EF4-FFF2-40B4-BE49-F238E27FC236}">
                  <a16:creationId xmlns:a16="http://schemas.microsoft.com/office/drawing/2014/main" id="{D67D8DD1-E02D-839E-41C7-0AE9DA2BC48E}"/>
                </a:ext>
              </a:extLst>
            </p:cNvPr>
            <p:cNvSpPr/>
            <p:nvPr/>
          </p:nvSpPr>
          <p:spPr>
            <a:xfrm rot="10800000">
              <a:off x="11117962" y="3853669"/>
              <a:ext cx="2209800" cy="3760470"/>
            </a:xfrm>
            <a:prstGeom prst="round2SameRect">
              <a:avLst>
                <a:gd name="adj1" fmla="val 12874"/>
                <a:gd name="adj2" fmla="val 0"/>
              </a:avLst>
            </a:prstGeom>
            <a:solidFill>
              <a:schemeClr val="tx1">
                <a:lumMod val="75000"/>
                <a:lumOff val="25000"/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D2755367-8402-9D0F-A370-F8C1B0FED71E}"/>
                </a:ext>
              </a:extLst>
            </p:cNvPr>
            <p:cNvSpPr/>
            <p:nvPr/>
          </p:nvSpPr>
          <p:spPr>
            <a:xfrm>
              <a:off x="11283363" y="4956338"/>
              <a:ext cx="1892300" cy="9683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50" dirty="0">
                  <a:noFill/>
                </a:rPr>
                <a:t>．</a:t>
              </a:r>
            </a:p>
          </p:txBody>
        </p:sp>
        <p:sp>
          <p:nvSpPr>
            <p:cNvPr id="79" name="TextBox 19">
              <a:extLst>
                <a:ext uri="{FF2B5EF4-FFF2-40B4-BE49-F238E27FC236}">
                  <a16:creationId xmlns:a16="http://schemas.microsoft.com/office/drawing/2014/main" id="{58AABEAD-401A-5962-48AA-27E4FF7FEC29}"/>
                </a:ext>
              </a:extLst>
            </p:cNvPr>
            <p:cNvSpPr txBox="1"/>
            <p:nvPr/>
          </p:nvSpPr>
          <p:spPr>
            <a:xfrm>
              <a:off x="11908872" y="6812116"/>
              <a:ext cx="673100" cy="152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99600"/>
                </a:lnSpc>
              </a:pPr>
              <a:r>
                <a:rPr lang="ko-KR" sz="900" b="0" i="0" u="none" strike="noStrike" dirty="0">
                  <a:solidFill>
                    <a:srgbClr val="595959"/>
                  </a:solidFill>
                  <a:ea typeface="Gmarket Sans Medium" panose="020B0600000101010101" charset="-127"/>
                </a:rPr>
                <a:t>운행</a:t>
              </a:r>
              <a:r>
                <a:rPr lang="en-US" sz="900" b="0" i="0" u="none" strike="noStrike" dirty="0">
                  <a:solidFill>
                    <a:srgbClr val="595959"/>
                  </a:solidFill>
                  <a:latin typeface="Gmarket Sans Medium" panose="020B0600000101010101" charset="-127"/>
                </a:rPr>
                <a:t> </a:t>
              </a:r>
              <a:r>
                <a:rPr lang="ko-KR" sz="900" b="0" i="0" u="none" strike="noStrike" dirty="0">
                  <a:solidFill>
                    <a:srgbClr val="595959"/>
                  </a:solidFill>
                  <a:ea typeface="Gmarket Sans Medium" panose="020B0600000101010101" charset="-127"/>
                </a:rPr>
                <a:t>종료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7CFBDC9-2A9C-6940-470D-CD48AA6A443C}"/>
                </a:ext>
              </a:extLst>
            </p:cNvPr>
            <p:cNvSpPr txBox="1"/>
            <p:nvPr/>
          </p:nvSpPr>
          <p:spPr>
            <a:xfrm>
              <a:off x="11327813" y="5056837"/>
              <a:ext cx="12319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/>
                <a:t>운행 종료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E0C376D1-1312-3A6E-8622-10C5E13DBEBF}"/>
                </a:ext>
              </a:extLst>
            </p:cNvPr>
            <p:cNvSpPr txBox="1"/>
            <p:nvPr/>
          </p:nvSpPr>
          <p:spPr>
            <a:xfrm>
              <a:off x="11340513" y="5257636"/>
              <a:ext cx="12319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운행이 종료됩니다．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623D5471-5FA1-7533-F20B-3A5FA7C9DA7F}"/>
                </a:ext>
              </a:extLst>
            </p:cNvPr>
            <p:cNvSpPr txBox="1"/>
            <p:nvPr/>
          </p:nvSpPr>
          <p:spPr>
            <a:xfrm>
              <a:off x="11873913" y="5638636"/>
              <a:ext cx="12319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800" dirty="0"/>
                <a:t>확인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3360660" y="8076308"/>
            <a:ext cx="3784340" cy="1060811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50000"/>
              </a:lnSpc>
            </a:pPr>
            <a:r>
              <a:rPr lang="ko-KR" sz="15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아이가</a:t>
            </a:r>
            <a:r>
              <a:rPr lang="en-US" sz="15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sz="15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하차</a:t>
            </a:r>
            <a:r>
              <a:rPr lang="en-US" altLang="ko-KR" sz="15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altLang="en-US" sz="15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시 태그를 찍고</a:t>
            </a:r>
            <a:r>
              <a:rPr lang="en-US" sz="15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</a:p>
          <a:p>
            <a:pPr lvl="0" algn="ctr">
              <a:lnSpc>
                <a:spcPct val="150000"/>
              </a:lnSpc>
            </a:pPr>
            <a:r>
              <a:rPr lang="ko-KR" sz="15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탑승</a:t>
            </a:r>
            <a:r>
              <a:rPr lang="ko-KR" altLang="en-US" sz="15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인원</a:t>
            </a:r>
            <a:r>
              <a:rPr lang="ko-KR" sz="15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이</a:t>
            </a:r>
            <a:r>
              <a:rPr lang="en-US" sz="15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0</a:t>
            </a:r>
            <a:r>
              <a:rPr lang="ko-KR" sz="15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이</a:t>
            </a:r>
            <a:r>
              <a:rPr lang="en-US" sz="15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sz="15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되면</a:t>
            </a:r>
            <a:r>
              <a:rPr lang="en-US" sz="15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br>
              <a:rPr lang="en-US" sz="15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</a:br>
            <a:r>
              <a:rPr lang="ko-KR" altLang="en-US" sz="15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선생님이</a:t>
            </a:r>
            <a:r>
              <a:rPr lang="en-US" sz="15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sz="15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운행을</a:t>
            </a:r>
            <a:r>
              <a:rPr lang="en-US" sz="15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sz="15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종료한다</a:t>
            </a:r>
            <a:r>
              <a:rPr lang="en-US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380674" y="8245538"/>
            <a:ext cx="3784340" cy="7223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50000"/>
              </a:lnSpc>
            </a:pPr>
            <a:r>
              <a:rPr lang="ko-KR" sz="1500" b="0" i="0" u="none" strike="noStrike" dirty="0">
                <a:solidFill>
                  <a:srgbClr val="000000"/>
                </a:solidFill>
                <a:ea typeface="Gmarket Sans Medium" panose="020B0600000101010101" charset="-127"/>
              </a:rPr>
              <a:t>학부모의</a:t>
            </a:r>
            <a:r>
              <a:rPr lang="en-US" sz="1500" b="0" i="0" u="none" strike="noStrike" dirty="0">
                <a:solidFill>
                  <a:srgbClr val="000000"/>
                </a:solidFill>
                <a:latin typeface="Gmarket Sans Medium" panose="020B0600000101010101" charset="-127"/>
              </a:rPr>
              <a:t> </a:t>
            </a:r>
            <a:r>
              <a:rPr lang="ko-KR" sz="1500" b="0" i="0" u="none" strike="noStrike" dirty="0">
                <a:solidFill>
                  <a:srgbClr val="000000"/>
                </a:solidFill>
                <a:ea typeface="Gmarket Sans Medium" panose="020B0600000101010101" charset="-127"/>
              </a:rPr>
              <a:t>화면에서</a:t>
            </a:r>
            <a:r>
              <a:rPr lang="en-US" sz="1500" b="0" i="0" u="none" strike="noStrike" dirty="0">
                <a:solidFill>
                  <a:srgbClr val="000000"/>
                </a:solidFill>
                <a:latin typeface="Gmarket Sans Medium" panose="020B0600000101010101" charset="-127"/>
              </a:rPr>
              <a:t> </a:t>
            </a:r>
          </a:p>
          <a:p>
            <a:pPr lvl="0" algn="ctr">
              <a:lnSpc>
                <a:spcPct val="150000"/>
              </a:lnSpc>
            </a:pPr>
            <a:r>
              <a:rPr lang="ko-KR" sz="1500" b="0" i="0" u="none" strike="noStrike" dirty="0">
                <a:solidFill>
                  <a:srgbClr val="000000"/>
                </a:solidFill>
                <a:ea typeface="Gmarket Sans Medium" panose="020B0600000101010101" charset="-127"/>
              </a:rPr>
              <a:t>아이의</a:t>
            </a:r>
            <a:r>
              <a:rPr lang="en-US" sz="1500" b="0" i="0" u="none" strike="noStrike" dirty="0">
                <a:solidFill>
                  <a:srgbClr val="000000"/>
                </a:solidFill>
                <a:latin typeface="Gmarket Sans Medium" panose="020B0600000101010101" charset="-127"/>
              </a:rPr>
              <a:t> </a:t>
            </a:r>
            <a:r>
              <a:rPr lang="ko-KR" sz="1500" b="0" i="0" u="none" strike="noStrike" dirty="0">
                <a:solidFill>
                  <a:srgbClr val="000000"/>
                </a:solidFill>
                <a:ea typeface="Gmarket Sans Medium" panose="020B0600000101010101" charset="-127"/>
              </a:rPr>
              <a:t>현재</a:t>
            </a:r>
            <a:r>
              <a:rPr lang="en-US" sz="1500" b="0" i="0" u="none" strike="noStrike" dirty="0">
                <a:solidFill>
                  <a:srgbClr val="000000"/>
                </a:solidFill>
                <a:latin typeface="Gmarket Sans Medium" panose="020B0600000101010101" charset="-127"/>
              </a:rPr>
              <a:t> </a:t>
            </a:r>
            <a:r>
              <a:rPr lang="ko-KR" sz="1500" b="0" i="0" u="none" strike="noStrike" dirty="0">
                <a:solidFill>
                  <a:srgbClr val="000000"/>
                </a:solidFill>
                <a:ea typeface="Gmarket Sans Medium" panose="020B0600000101010101" charset="-127"/>
              </a:rPr>
              <a:t>위치</a:t>
            </a:r>
            <a:r>
              <a:rPr lang="ko-KR" altLang="en-US" sz="1500" b="0" i="0" u="none" strike="noStrike" dirty="0">
                <a:solidFill>
                  <a:srgbClr val="000000"/>
                </a:solidFill>
                <a:ea typeface="Gmarket Sans Medium" panose="020B0600000101010101" charset="-127"/>
              </a:rPr>
              <a:t>를</a:t>
            </a:r>
            <a:r>
              <a:rPr lang="en-US" sz="1500" b="0" i="0" u="none" strike="noStrike" dirty="0">
                <a:solidFill>
                  <a:srgbClr val="000000"/>
                </a:solidFill>
                <a:latin typeface="Gmarket Sans Medium" panose="020B0600000101010101" charset="-127"/>
              </a:rPr>
              <a:t> </a:t>
            </a:r>
            <a:r>
              <a:rPr lang="ko-KR" sz="1500" b="0" i="0" u="none" strike="noStrike" dirty="0">
                <a:solidFill>
                  <a:srgbClr val="000000"/>
                </a:solidFill>
                <a:ea typeface="Gmarket Sans Medium" panose="020B0600000101010101" charset="-127"/>
              </a:rPr>
              <a:t>확인한다</a:t>
            </a:r>
            <a:r>
              <a:rPr lang="en-US" sz="1500" b="0" i="0" u="none" strike="noStrike" dirty="0">
                <a:solidFill>
                  <a:srgbClr val="000000"/>
                </a:solidFill>
                <a:latin typeface="Gmarket Sans Medium" panose="020B0600000101010101" charset="-127"/>
              </a:rPr>
              <a:t>.</a:t>
            </a:r>
          </a:p>
        </p:txBody>
      </p: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7C8CADC1-4AE2-95DF-67E7-E2D81690C9A8}"/>
              </a:ext>
            </a:extLst>
          </p:cNvPr>
          <p:cNvGrpSpPr/>
          <p:nvPr/>
        </p:nvGrpSpPr>
        <p:grpSpPr>
          <a:xfrm>
            <a:off x="10930474" y="2339772"/>
            <a:ext cx="2684739" cy="5138234"/>
            <a:chOff x="14892020" y="3053080"/>
            <a:chExt cx="2387600" cy="4648200"/>
          </a:xfrm>
        </p:grpSpPr>
        <p:pic>
          <p:nvPicPr>
            <p:cNvPr id="80" name="Picture 5">
              <a:extLst>
                <a:ext uri="{FF2B5EF4-FFF2-40B4-BE49-F238E27FC236}">
                  <a16:creationId xmlns:a16="http://schemas.microsoft.com/office/drawing/2014/main" id="{D3C09A0F-679C-AE4D-C056-1798747848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892020" y="3053080"/>
              <a:ext cx="2387600" cy="4648200"/>
            </a:xfrm>
            <a:prstGeom prst="rect">
              <a:avLst/>
            </a:prstGeom>
          </p:spPr>
        </p:pic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20C1A37A-6F64-AE7A-A3C4-2047C90717DC}"/>
                </a:ext>
              </a:extLst>
            </p:cNvPr>
            <p:cNvGrpSpPr/>
            <p:nvPr/>
          </p:nvGrpSpPr>
          <p:grpSpPr>
            <a:xfrm>
              <a:off x="15139971" y="3395980"/>
              <a:ext cx="1968500" cy="381000"/>
              <a:chOff x="11811000" y="3395980"/>
              <a:chExt cx="1968500" cy="381000"/>
            </a:xfrm>
          </p:grpSpPr>
          <p:pic>
            <p:nvPicPr>
              <p:cNvPr id="82" name="Picture 6">
                <a:extLst>
                  <a:ext uri="{FF2B5EF4-FFF2-40B4-BE49-F238E27FC236}">
                    <a16:creationId xmlns:a16="http://schemas.microsoft.com/office/drawing/2014/main" id="{053E7553-2C08-3D47-F64B-243DD31122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811000" y="3408680"/>
                <a:ext cx="368300" cy="368300"/>
              </a:xfrm>
              <a:prstGeom prst="rect">
                <a:avLst/>
              </a:prstGeom>
            </p:spPr>
          </p:pic>
          <p:sp>
            <p:nvSpPr>
              <p:cNvPr id="83" name="TextBox 7">
                <a:extLst>
                  <a:ext uri="{FF2B5EF4-FFF2-40B4-BE49-F238E27FC236}">
                    <a16:creationId xmlns:a16="http://schemas.microsoft.com/office/drawing/2014/main" id="{F5A06A4A-27BD-135D-1C9D-B23067682A44}"/>
                  </a:ext>
                </a:extLst>
              </p:cNvPr>
              <p:cNvSpPr txBox="1"/>
              <p:nvPr/>
            </p:nvSpPr>
            <p:spPr>
              <a:xfrm>
                <a:off x="12204700" y="3395980"/>
                <a:ext cx="1574800" cy="3556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lvl="0" algn="ctr">
                  <a:lnSpc>
                    <a:spcPct val="99600"/>
                  </a:lnSpc>
                </a:pPr>
                <a:r>
                  <a:rPr lang="en-US" sz="2000" b="0" i="0" u="none" strike="noStrike" dirty="0">
                    <a:solidFill>
                      <a:srgbClr val="FFFFFF"/>
                    </a:solidFill>
                    <a:latin typeface="Noto Sans CJK KR Bold"/>
                  </a:rPr>
                  <a:t>Application</a:t>
                </a:r>
              </a:p>
            </p:txBody>
          </p:sp>
        </p:grpSp>
        <p:pic>
          <p:nvPicPr>
            <p:cNvPr id="90" name="그림 89">
              <a:extLst>
                <a:ext uri="{FF2B5EF4-FFF2-40B4-BE49-F238E27FC236}">
                  <a16:creationId xmlns:a16="http://schemas.microsoft.com/office/drawing/2014/main" id="{8227C20B-A18D-A279-0347-9D8071416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rcRect t="334" r="352" b="7945"/>
            <a:stretch>
              <a:fillRect/>
            </a:stretch>
          </p:blipFill>
          <p:spPr>
            <a:xfrm>
              <a:off x="14998033" y="3896750"/>
              <a:ext cx="2173861" cy="3674328"/>
            </a:xfrm>
            <a:custGeom>
              <a:avLst/>
              <a:gdLst>
                <a:gd name="connsiteX0" fmla="*/ 0 w 2209800"/>
                <a:gd name="connsiteY0" fmla="*/ 0 h 3760470"/>
                <a:gd name="connsiteX1" fmla="*/ 2209800 w 2209800"/>
                <a:gd name="connsiteY1" fmla="*/ 0 h 3760470"/>
                <a:gd name="connsiteX2" fmla="*/ 2209800 w 2209800"/>
                <a:gd name="connsiteY2" fmla="*/ 3475980 h 3760470"/>
                <a:gd name="connsiteX3" fmla="*/ 1925310 w 2209800"/>
                <a:gd name="connsiteY3" fmla="*/ 3760470 h 3760470"/>
                <a:gd name="connsiteX4" fmla="*/ 284490 w 2209800"/>
                <a:gd name="connsiteY4" fmla="*/ 3760470 h 3760470"/>
                <a:gd name="connsiteX5" fmla="*/ 0 w 2209800"/>
                <a:gd name="connsiteY5" fmla="*/ 3475980 h 3760470"/>
                <a:gd name="connsiteX6" fmla="*/ 0 w 2209800"/>
                <a:gd name="connsiteY6" fmla="*/ 0 h 3760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09800" h="3760470">
                  <a:moveTo>
                    <a:pt x="0" y="0"/>
                  </a:moveTo>
                  <a:lnTo>
                    <a:pt x="2209800" y="0"/>
                  </a:lnTo>
                  <a:lnTo>
                    <a:pt x="2209800" y="3475980"/>
                  </a:lnTo>
                  <a:cubicBezTo>
                    <a:pt x="2209800" y="3633099"/>
                    <a:pt x="2082429" y="3760470"/>
                    <a:pt x="1925310" y="3760470"/>
                  </a:cubicBezTo>
                  <a:lnTo>
                    <a:pt x="284490" y="3760470"/>
                  </a:lnTo>
                  <a:cubicBezTo>
                    <a:pt x="127371" y="3760470"/>
                    <a:pt x="0" y="3633099"/>
                    <a:pt x="0" y="3475980"/>
                  </a:cubicBezTo>
                  <a:lnTo>
                    <a:pt x="0" y="0"/>
                  </a:lnTo>
                  <a:close/>
                </a:path>
              </a:pathLst>
            </a:custGeom>
          </p:spPr>
        </p:pic>
      </p:grpSp>
      <p:pic>
        <p:nvPicPr>
          <p:cNvPr id="105" name="그림 104">
            <a:extLst>
              <a:ext uri="{FF2B5EF4-FFF2-40B4-BE49-F238E27FC236}">
                <a16:creationId xmlns:a16="http://schemas.microsoft.com/office/drawing/2014/main" id="{141ACA5F-EDFB-6C27-C614-3D3F91168C4B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37489">
            <a:off x="2512635" y="4797984"/>
            <a:ext cx="561496" cy="56149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C6125897-3521-5B00-3189-0E7315FF93C8}"/>
              </a:ext>
            </a:extLst>
          </p:cNvPr>
          <p:cNvGrpSpPr/>
          <p:nvPr/>
        </p:nvGrpSpPr>
        <p:grpSpPr>
          <a:xfrm>
            <a:off x="1066800" y="800100"/>
            <a:ext cx="6921500" cy="1422400"/>
            <a:chOff x="1193800" y="1295400"/>
            <a:chExt cx="6921500" cy="1422400"/>
          </a:xfrm>
        </p:grpSpPr>
        <p:sp>
          <p:nvSpPr>
            <p:cNvPr id="2" name="TextBox 2"/>
            <p:cNvSpPr txBox="1"/>
            <p:nvPr/>
          </p:nvSpPr>
          <p:spPr>
            <a:xfrm>
              <a:off x="1193800" y="1689100"/>
              <a:ext cx="6921500" cy="1028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99600"/>
                </a:lnSpc>
              </a:pPr>
              <a:r>
                <a:rPr lang="ko-KR" sz="5800" b="0" i="0" u="none" strike="noStrike" spc="-200" dirty="0">
                  <a:solidFill>
                    <a:srgbClr val="FD9F28"/>
                  </a:solidFill>
                  <a:ea typeface="Gmarket Sans Bold"/>
                </a:rPr>
                <a:t>시연</a:t>
              </a:r>
              <a:r>
                <a:rPr lang="en-US" sz="5800" b="0" i="0" u="none" strike="noStrike" spc="-200" dirty="0">
                  <a:solidFill>
                    <a:srgbClr val="FD9F28"/>
                  </a:solidFill>
                  <a:latin typeface="Gmarket Sans Bold"/>
                </a:rPr>
                <a:t> </a:t>
              </a:r>
              <a:r>
                <a:rPr lang="ko-KR" sz="5800" b="0" i="0" u="none" strike="noStrike" spc="-200" dirty="0">
                  <a:solidFill>
                    <a:srgbClr val="FD9F28"/>
                  </a:solidFill>
                  <a:ea typeface="Gmarket Sans Bold"/>
                </a:rPr>
                <a:t>영상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93800" y="1295400"/>
              <a:ext cx="38100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107899"/>
                </a:lnSpc>
              </a:pPr>
              <a:r>
                <a:rPr lang="en-US" sz="1800" b="0" i="0" u="none" strike="noStrike" dirty="0">
                  <a:solidFill>
                    <a:srgbClr val="2D2D2D">
                      <a:alpha val="60000"/>
                    </a:srgbClr>
                  </a:solidFill>
                  <a:latin typeface="Gmarket Sans Medium"/>
                </a:rPr>
                <a:t>4. Outcome</a:t>
              </a:r>
            </a:p>
          </p:txBody>
        </p:sp>
      </p:grp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8635B5-F67A-D7B4-0133-B82A07C60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5" name="[역설계] 시연영상.v.1.0.0">
            <a:hlinkClick r:id="" action="ppaction://media"/>
            <a:extLst>
              <a:ext uri="{FF2B5EF4-FFF2-40B4-BE49-F238E27FC236}">
                <a16:creationId xmlns:a16="http://schemas.microsoft.com/office/drawing/2014/main" id="{B51C1223-97F5-1127-FB39-B37D0139C58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514600" y="2298700"/>
            <a:ext cx="13258800" cy="74580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66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52439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CF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469900"/>
            <a:ext cx="17614900" cy="93472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5835650" y="3130550"/>
            <a:ext cx="6616700" cy="4025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7029"/>
              </a:lnSpc>
            </a:pPr>
            <a:r>
              <a:rPr lang="en-US" sz="7100" b="0" i="0" u="none" strike="noStrike" dirty="0">
                <a:solidFill>
                  <a:srgbClr val="FD9F28"/>
                </a:solidFill>
                <a:latin typeface="Gmarket Sans Bold" panose="020B0600000101010101" charset="-127"/>
                <a:ea typeface="Gmarket Sans Bold" panose="020B0600000101010101" charset="-127"/>
              </a:rPr>
              <a:t>05. Value</a:t>
            </a:r>
          </a:p>
          <a:p>
            <a:pPr marL="914400" lvl="0" indent="-914400">
              <a:lnSpc>
                <a:spcPct val="117029"/>
              </a:lnSpc>
              <a:buFont typeface="+mj-lt"/>
              <a:buAutoNum type="arabicPeriod"/>
            </a:pPr>
            <a:r>
              <a:rPr lang="ko-KR" altLang="en-US" sz="4600" b="0" i="0" u="none" strike="noStrike" dirty="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기대효과</a:t>
            </a:r>
            <a:endParaRPr lang="ko-KR" sz="4600" b="0" i="0" u="none" strike="noStrike" dirty="0">
              <a:solidFill>
                <a:srgbClr val="595959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BAAC11-056C-6123-9A12-A9EB59B6D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2394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ECEF3812-289B-FFF5-F578-CE02B3FD2F16}"/>
              </a:ext>
            </a:extLst>
          </p:cNvPr>
          <p:cNvGrpSpPr/>
          <p:nvPr/>
        </p:nvGrpSpPr>
        <p:grpSpPr>
          <a:xfrm>
            <a:off x="1066800" y="800100"/>
            <a:ext cx="6921500" cy="1422400"/>
            <a:chOff x="1193800" y="1295400"/>
            <a:chExt cx="6921500" cy="1422400"/>
          </a:xfrm>
        </p:grpSpPr>
        <p:sp>
          <p:nvSpPr>
            <p:cNvPr id="2" name="TextBox 2"/>
            <p:cNvSpPr txBox="1"/>
            <p:nvPr/>
          </p:nvSpPr>
          <p:spPr>
            <a:xfrm>
              <a:off x="1193800" y="1689100"/>
              <a:ext cx="6921500" cy="1028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99600"/>
                </a:lnSpc>
              </a:pPr>
              <a:r>
                <a:rPr lang="ko-KR" sz="5800" b="0" i="0" u="none" strike="noStrike" spc="-200">
                  <a:solidFill>
                    <a:srgbClr val="FD9F28"/>
                  </a:solidFill>
                  <a:ea typeface="Gmarket Sans Bold"/>
                </a:rPr>
                <a:t>기대효과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93800" y="1295400"/>
              <a:ext cx="38100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107899"/>
                </a:lnSpc>
              </a:pPr>
              <a:r>
                <a:rPr lang="en-US" sz="1800" b="0" i="0" u="none" strike="noStrike" dirty="0">
                  <a:solidFill>
                    <a:srgbClr val="2D2D2D">
                      <a:alpha val="60000"/>
                    </a:srgbClr>
                  </a:solidFill>
                  <a:latin typeface="Gmarket Sans Medium"/>
                </a:rPr>
                <a:t>5. </a:t>
              </a:r>
              <a:r>
                <a:rPr lang="en-US" dirty="0">
                  <a:solidFill>
                    <a:srgbClr val="2D2D2D">
                      <a:alpha val="60000"/>
                    </a:srgbClr>
                  </a:solidFill>
                  <a:latin typeface="Gmarket Sans Medium"/>
                </a:rPr>
                <a:t>Value</a:t>
              </a:r>
              <a:endParaRPr lang="en-US" sz="1800" b="0" i="0" u="none" strike="noStrike" dirty="0">
                <a:solidFill>
                  <a:srgbClr val="2D2D2D">
                    <a:alpha val="60000"/>
                  </a:srgbClr>
                </a:solidFill>
                <a:latin typeface="Gmarket Sans Medium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3868DA0F-4D7B-79BD-523C-32CE176BA8D3}"/>
              </a:ext>
            </a:extLst>
          </p:cNvPr>
          <p:cNvGrpSpPr/>
          <p:nvPr/>
        </p:nvGrpSpPr>
        <p:grpSpPr>
          <a:xfrm>
            <a:off x="9982200" y="2660650"/>
            <a:ext cx="5613400" cy="6273800"/>
            <a:chOff x="9982200" y="2654300"/>
            <a:chExt cx="5613400" cy="627380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82200" y="6134100"/>
              <a:ext cx="5613400" cy="2794000"/>
            </a:xfrm>
            <a:prstGeom prst="rect">
              <a:avLst/>
            </a:prstGeom>
            <a:effectLst>
              <a:outerShdw blurRad="116421" dist="128844" dir="2700000">
                <a:srgbClr val="000000">
                  <a:alpha val="18000"/>
                </a:srgbClr>
              </a:outerShdw>
            </a:effectLst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82200" y="6121400"/>
              <a:ext cx="5613400" cy="101600"/>
            </a:xfrm>
            <a:prstGeom prst="rect">
              <a:avLst/>
            </a:prstGeom>
          </p:spPr>
        </p:pic>
        <p:sp>
          <p:nvSpPr>
            <p:cNvPr id="7" name="TextBox 7"/>
            <p:cNvSpPr txBox="1"/>
            <p:nvPr/>
          </p:nvSpPr>
          <p:spPr>
            <a:xfrm>
              <a:off x="10458450" y="7137400"/>
              <a:ext cx="4660900" cy="8128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ko-KR" sz="2300" b="0" i="0" u="none" strike="noStrike" dirty="0">
                  <a:solidFill>
                    <a:srgbClr val="000000"/>
                  </a:solidFill>
                  <a:ea typeface="Gmarket Sans Medium" panose="020B0600000101010101" charset="-127"/>
                </a:rPr>
                <a:t>학부모가</a:t>
              </a:r>
              <a:r>
                <a:rPr lang="en-US" sz="2300" b="0" i="0" u="none" strike="noStrike" dirty="0">
                  <a:solidFill>
                    <a:srgbClr val="000000"/>
                  </a:solidFill>
                  <a:latin typeface="Gmarket Sans Medium" panose="020B0600000101010101" charset="-127"/>
                </a:rPr>
                <a:t> </a:t>
              </a:r>
              <a:r>
                <a:rPr lang="ko-KR" sz="2300" b="0" i="0" u="none" strike="noStrike" dirty="0">
                  <a:solidFill>
                    <a:srgbClr val="000000"/>
                  </a:solidFill>
                  <a:ea typeface="Gmarket Sans Medium" panose="020B0600000101010101" charset="-127"/>
                </a:rPr>
                <a:t>자녀의</a:t>
              </a:r>
              <a:r>
                <a:rPr lang="en-US" sz="2300" b="0" i="0" u="none" strike="noStrike" dirty="0">
                  <a:solidFill>
                    <a:srgbClr val="000000"/>
                  </a:solidFill>
                  <a:latin typeface="Gmarket Sans Medium" panose="020B0600000101010101" charset="-127"/>
                </a:rPr>
                <a:t> </a:t>
              </a:r>
              <a:r>
                <a:rPr lang="ko-KR" sz="2300" b="0" i="0" u="none" strike="noStrike" dirty="0">
                  <a:solidFill>
                    <a:srgbClr val="000000"/>
                  </a:solidFill>
                  <a:ea typeface="Gmarket Sans Medium" panose="020B0600000101010101" charset="-127"/>
                </a:rPr>
                <a:t>위치</a:t>
              </a:r>
              <a:r>
                <a:rPr lang="en-US" sz="2300" b="0" i="0" u="none" strike="noStrike" dirty="0">
                  <a:solidFill>
                    <a:srgbClr val="000000"/>
                  </a:solidFill>
                  <a:latin typeface="Gmarket Sans Medium" panose="020B0600000101010101" charset="-127"/>
                </a:rPr>
                <a:t> </a:t>
              </a:r>
              <a:r>
                <a:rPr lang="ko-KR" sz="2300" b="0" i="0" u="none" strike="noStrike" dirty="0">
                  <a:solidFill>
                    <a:srgbClr val="000000"/>
                  </a:solidFill>
                  <a:ea typeface="Gmarket Sans Medium" panose="020B0600000101010101" charset="-127"/>
                </a:rPr>
                <a:t>정보를</a:t>
              </a:r>
              <a:r>
                <a:rPr lang="en-US" sz="2300" b="0" i="0" u="none" strike="noStrike" dirty="0">
                  <a:solidFill>
                    <a:srgbClr val="000000"/>
                  </a:solidFill>
                  <a:latin typeface="Gmarket Sans Medium" panose="020B0600000101010101" charset="-127"/>
                </a:rPr>
                <a:t> </a:t>
              </a:r>
              <a:r>
                <a:rPr lang="ko-KR" sz="2300" b="0" i="0" u="none" strike="noStrike" dirty="0">
                  <a:solidFill>
                    <a:srgbClr val="000000"/>
                  </a:solidFill>
                  <a:ea typeface="Gmarket Sans Medium" panose="020B0600000101010101" charset="-127"/>
                </a:rPr>
                <a:t>파악해</a:t>
              </a:r>
              <a:r>
                <a:rPr lang="en-US" sz="2300" b="0" i="0" u="none" strike="noStrike" dirty="0">
                  <a:solidFill>
                    <a:srgbClr val="000000"/>
                  </a:solidFill>
                  <a:latin typeface="Gmarket Sans Medium" panose="020B0600000101010101" charset="-127"/>
                </a:rPr>
                <a:t> </a:t>
              </a:r>
              <a:r>
                <a:rPr lang="ko-KR" sz="2300" b="0" i="0" u="none" strike="noStrike" dirty="0">
                  <a:solidFill>
                    <a:srgbClr val="000000"/>
                  </a:solidFill>
                  <a:ea typeface="Gmarket Sans Medium" panose="020B0600000101010101" charset="-127"/>
                </a:rPr>
                <a:t>안정성을</a:t>
              </a:r>
              <a:r>
                <a:rPr lang="en-US" sz="2300" b="0" i="0" u="none" strike="noStrike" dirty="0">
                  <a:solidFill>
                    <a:srgbClr val="000000"/>
                  </a:solidFill>
                  <a:latin typeface="Gmarket Sans Medium" panose="020B0600000101010101" charset="-127"/>
                </a:rPr>
                <a:t> </a:t>
              </a:r>
              <a:r>
                <a:rPr lang="ko-KR" sz="2300" b="0" i="0" u="none" strike="noStrike" dirty="0">
                  <a:solidFill>
                    <a:srgbClr val="000000"/>
                  </a:solidFill>
                  <a:ea typeface="Gmarket Sans Medium" panose="020B0600000101010101" charset="-127"/>
                </a:rPr>
                <a:t>확보할</a:t>
              </a:r>
              <a:r>
                <a:rPr lang="en-US" sz="2300" b="0" i="0" u="none" strike="noStrike" dirty="0">
                  <a:solidFill>
                    <a:srgbClr val="000000"/>
                  </a:solidFill>
                  <a:latin typeface="Gmarket Sans Medium" panose="020B0600000101010101" charset="-127"/>
                </a:rPr>
                <a:t> </a:t>
              </a:r>
              <a:r>
                <a:rPr lang="ko-KR" sz="2300" b="0" i="0" u="none" strike="noStrike" dirty="0">
                  <a:solidFill>
                    <a:srgbClr val="000000"/>
                  </a:solidFill>
                  <a:ea typeface="Gmarket Sans Medium" panose="020B0600000101010101" charset="-127"/>
                </a:rPr>
                <a:t>수</a:t>
              </a:r>
              <a:r>
                <a:rPr lang="en-US" sz="2300" b="0" i="0" u="none" strike="noStrike" dirty="0">
                  <a:solidFill>
                    <a:srgbClr val="000000"/>
                  </a:solidFill>
                  <a:latin typeface="Gmarket Sans Medium" panose="020B0600000101010101" charset="-127"/>
                </a:rPr>
                <a:t> </a:t>
              </a:r>
              <a:r>
                <a:rPr lang="ko-KR" sz="2300" b="0" i="0" u="none" strike="noStrike" dirty="0">
                  <a:solidFill>
                    <a:srgbClr val="000000"/>
                  </a:solidFill>
                  <a:ea typeface="Gmarket Sans Medium" panose="020B0600000101010101" charset="-127"/>
                </a:rPr>
                <a:t>있다</a:t>
              </a:r>
              <a:r>
                <a:rPr lang="en-US" sz="2300" b="0" i="0" u="none" strike="noStrike" dirty="0">
                  <a:solidFill>
                    <a:srgbClr val="000000"/>
                  </a:solidFill>
                  <a:latin typeface="Gmarket Sans Medium" panose="020B0600000101010101" charset="-127"/>
                </a:rPr>
                <a:t>.</a:t>
              </a:r>
            </a:p>
          </p:txBody>
        </p:sp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4">
              <a:alphaModFix amt="65000"/>
            </a:blip>
            <a:stretch>
              <a:fillRect/>
            </a:stretch>
          </p:blipFill>
          <p:spPr>
            <a:xfrm>
              <a:off x="11309350" y="2654300"/>
              <a:ext cx="2959100" cy="2959100"/>
            </a:xfrm>
            <a:prstGeom prst="rect">
              <a:avLst/>
            </a:prstGeom>
            <a:effectLst>
              <a:outerShdw blurRad="65637" dist="205225" dir="2700000">
                <a:srgbClr val="000000">
                  <a:alpha val="21000"/>
                </a:srgbClr>
              </a:outerShdw>
            </a:effectLst>
          </p:spPr>
        </p:pic>
        <p:sp>
          <p:nvSpPr>
            <p:cNvPr id="12" name="TextBox 12"/>
            <p:cNvSpPr txBox="1"/>
            <p:nvPr/>
          </p:nvSpPr>
          <p:spPr>
            <a:xfrm>
              <a:off x="11925300" y="3898900"/>
              <a:ext cx="1727200" cy="4699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07899"/>
                </a:lnSpc>
              </a:pPr>
              <a:r>
                <a:rPr lang="ko-KR" sz="2700" b="0" i="0" u="none" strike="noStrike">
                  <a:solidFill>
                    <a:srgbClr val="FFFFFF"/>
                  </a:solidFill>
                  <a:ea typeface="Gmarket Sans Medium"/>
                </a:rPr>
                <a:t>안전성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A1D73737-29A3-14B0-31DC-571BF8FAD87B}"/>
              </a:ext>
            </a:extLst>
          </p:cNvPr>
          <p:cNvGrpSpPr/>
          <p:nvPr/>
        </p:nvGrpSpPr>
        <p:grpSpPr>
          <a:xfrm>
            <a:off x="2895600" y="2660650"/>
            <a:ext cx="5626100" cy="6273800"/>
            <a:chOff x="2895600" y="2667000"/>
            <a:chExt cx="5626100" cy="627380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95600" y="6134100"/>
              <a:ext cx="5626100" cy="2806700"/>
            </a:xfrm>
            <a:prstGeom prst="rect">
              <a:avLst/>
            </a:prstGeom>
            <a:effectLst>
              <a:outerShdw blurRad="117474" dist="129426" dir="2700000">
                <a:srgbClr val="000000">
                  <a:alpha val="18000"/>
                </a:srgbClr>
              </a:outerShdw>
            </a:effectLst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95600" y="6134100"/>
              <a:ext cx="5626100" cy="101600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2971800" y="7150100"/>
              <a:ext cx="5473700" cy="8128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ko-KR" sz="2300" b="0" i="0" u="none" strike="noStrike" dirty="0">
                  <a:solidFill>
                    <a:srgbClr val="000000"/>
                  </a:solidFill>
                  <a:ea typeface="Gmarket Sans Medium" panose="020B0600000101010101" charset="-127"/>
                </a:rPr>
                <a:t>아이의</a:t>
              </a:r>
              <a:r>
                <a:rPr lang="en-US" sz="2300" b="0" i="0" u="none" strike="noStrike" dirty="0">
                  <a:solidFill>
                    <a:srgbClr val="000000"/>
                  </a:solidFill>
                  <a:latin typeface="Gmarket Sans Medium" panose="020B0600000101010101" charset="-127"/>
                </a:rPr>
                <a:t> </a:t>
              </a:r>
              <a:r>
                <a:rPr lang="ko-KR" sz="2300" b="0" i="0" u="none" strike="noStrike" dirty="0" err="1">
                  <a:solidFill>
                    <a:srgbClr val="000000"/>
                  </a:solidFill>
                  <a:ea typeface="Gmarket Sans Medium" panose="020B0600000101010101" charset="-127"/>
                </a:rPr>
                <a:t>승하차</a:t>
              </a:r>
              <a:r>
                <a:rPr lang="en-US" sz="2300" b="0" i="0" u="none" strike="noStrike" dirty="0">
                  <a:solidFill>
                    <a:srgbClr val="000000"/>
                  </a:solidFill>
                  <a:latin typeface="Gmarket Sans Medium" panose="020B0600000101010101" charset="-127"/>
                </a:rPr>
                <a:t> </a:t>
              </a:r>
              <a:r>
                <a:rPr lang="ko-KR" sz="2300" b="0" i="0" u="none" strike="noStrike" dirty="0">
                  <a:solidFill>
                    <a:srgbClr val="000000"/>
                  </a:solidFill>
                  <a:ea typeface="Gmarket Sans Medium" panose="020B0600000101010101" charset="-127"/>
                </a:rPr>
                <a:t>및</a:t>
              </a:r>
              <a:r>
                <a:rPr lang="en-US" sz="2300" b="0" i="0" u="none" strike="noStrike" dirty="0">
                  <a:solidFill>
                    <a:srgbClr val="000000"/>
                  </a:solidFill>
                  <a:latin typeface="Gmarket Sans Medium" panose="020B0600000101010101" charset="-127"/>
                </a:rPr>
                <a:t> </a:t>
              </a:r>
              <a:r>
                <a:rPr lang="ko-KR" sz="2300" b="0" i="0" u="none" strike="noStrike" dirty="0">
                  <a:solidFill>
                    <a:srgbClr val="000000"/>
                  </a:solidFill>
                  <a:ea typeface="Gmarket Sans Medium" panose="020B0600000101010101" charset="-127"/>
                </a:rPr>
                <a:t>탑승</a:t>
              </a:r>
              <a:r>
                <a:rPr lang="en-US" sz="2300" b="0" i="0" u="none" strike="noStrike" dirty="0">
                  <a:solidFill>
                    <a:srgbClr val="000000"/>
                  </a:solidFill>
                  <a:latin typeface="Gmarket Sans Medium" panose="020B0600000101010101" charset="-127"/>
                </a:rPr>
                <a:t> </a:t>
              </a:r>
              <a:r>
                <a:rPr lang="ko-KR" sz="2300" b="0" i="0" u="none" strike="noStrike" dirty="0">
                  <a:solidFill>
                    <a:srgbClr val="000000"/>
                  </a:solidFill>
                  <a:ea typeface="Gmarket Sans Medium" panose="020B0600000101010101" charset="-127"/>
                </a:rPr>
                <a:t>현황을</a:t>
              </a:r>
              <a:r>
                <a:rPr lang="en-US" sz="2300" b="0" i="0" u="none" strike="noStrike" dirty="0">
                  <a:solidFill>
                    <a:srgbClr val="000000"/>
                  </a:solidFill>
                  <a:latin typeface="Gmarket Sans Medium" panose="020B0600000101010101" charset="-127"/>
                </a:rPr>
                <a:t> </a:t>
              </a:r>
              <a:r>
                <a:rPr lang="ko-KR" sz="2300" b="0" i="0" u="none" strike="noStrike" dirty="0">
                  <a:solidFill>
                    <a:srgbClr val="000000"/>
                  </a:solidFill>
                  <a:ea typeface="Gmarket Sans Medium" panose="020B0600000101010101" charset="-127"/>
                </a:rPr>
                <a:t>확인해</a:t>
              </a:r>
            </a:p>
            <a:p>
              <a:pPr lvl="0" algn="ctr">
                <a:lnSpc>
                  <a:spcPct val="116199"/>
                </a:lnSpc>
              </a:pPr>
              <a:r>
                <a:rPr lang="ko-KR" sz="2300" b="0" i="0" u="none" strike="noStrike" dirty="0">
                  <a:solidFill>
                    <a:srgbClr val="000000"/>
                  </a:solidFill>
                  <a:ea typeface="Gmarket Sans Medium" panose="020B0600000101010101" charset="-127"/>
                </a:rPr>
                <a:t>아이</a:t>
              </a:r>
              <a:r>
                <a:rPr lang="en-US" sz="2300" b="0" i="0" u="none" strike="noStrike" dirty="0">
                  <a:solidFill>
                    <a:srgbClr val="000000"/>
                  </a:solidFill>
                  <a:latin typeface="Gmarket Sans Medium" panose="020B0600000101010101" charset="-127"/>
                </a:rPr>
                <a:t> </a:t>
              </a:r>
              <a:r>
                <a:rPr lang="ko-KR" sz="2300" b="0" i="0" u="none" strike="noStrike" dirty="0">
                  <a:solidFill>
                    <a:srgbClr val="000000"/>
                  </a:solidFill>
                  <a:ea typeface="Gmarket Sans Medium" panose="020B0600000101010101" charset="-127"/>
                </a:rPr>
                <a:t>혼자</a:t>
              </a:r>
              <a:r>
                <a:rPr lang="en-US" sz="2300" b="0" i="0" u="none" strike="noStrike" dirty="0">
                  <a:solidFill>
                    <a:srgbClr val="000000"/>
                  </a:solidFill>
                  <a:latin typeface="Gmarket Sans Medium" panose="020B0600000101010101" charset="-127"/>
                </a:rPr>
                <a:t> </a:t>
              </a:r>
              <a:r>
                <a:rPr lang="ko-KR" sz="2300" b="0" i="0" u="none" strike="noStrike" dirty="0">
                  <a:solidFill>
                    <a:srgbClr val="000000"/>
                  </a:solidFill>
                  <a:ea typeface="Gmarket Sans Medium" panose="020B0600000101010101" charset="-127"/>
                </a:rPr>
                <a:t>남겨지는</a:t>
              </a:r>
              <a:r>
                <a:rPr lang="en-US" sz="2300" b="0" i="0" u="none" strike="noStrike" dirty="0">
                  <a:solidFill>
                    <a:srgbClr val="000000"/>
                  </a:solidFill>
                  <a:latin typeface="Gmarket Sans Medium" panose="020B0600000101010101" charset="-127"/>
                </a:rPr>
                <a:t> </a:t>
              </a:r>
              <a:r>
                <a:rPr lang="ko-KR" sz="2300" b="0" i="0" u="none" strike="noStrike" dirty="0">
                  <a:solidFill>
                    <a:srgbClr val="000000"/>
                  </a:solidFill>
                  <a:ea typeface="Gmarket Sans Medium" panose="020B0600000101010101" charset="-127"/>
                </a:rPr>
                <a:t>사고를</a:t>
              </a:r>
              <a:r>
                <a:rPr lang="en-US" sz="2300" b="0" i="0" u="none" strike="noStrike" dirty="0">
                  <a:solidFill>
                    <a:srgbClr val="000000"/>
                  </a:solidFill>
                  <a:latin typeface="Gmarket Sans Medium" panose="020B0600000101010101" charset="-127"/>
                </a:rPr>
                <a:t> </a:t>
              </a:r>
              <a:r>
                <a:rPr lang="ko-KR" sz="2300" b="0" i="0" u="none" strike="noStrike" dirty="0">
                  <a:solidFill>
                    <a:srgbClr val="000000"/>
                  </a:solidFill>
                  <a:ea typeface="Gmarket Sans Medium" panose="020B0600000101010101" charset="-127"/>
                </a:rPr>
                <a:t>예방할</a:t>
              </a:r>
              <a:r>
                <a:rPr lang="en-US" sz="2300" b="0" i="0" u="none" strike="noStrike" dirty="0">
                  <a:solidFill>
                    <a:srgbClr val="000000"/>
                  </a:solidFill>
                  <a:latin typeface="Gmarket Sans Medium" panose="020B0600000101010101" charset="-127"/>
                </a:rPr>
                <a:t> </a:t>
              </a:r>
              <a:r>
                <a:rPr lang="ko-KR" sz="2300" b="0" i="0" u="none" strike="noStrike" dirty="0">
                  <a:solidFill>
                    <a:srgbClr val="000000"/>
                  </a:solidFill>
                  <a:ea typeface="Gmarket Sans Medium" panose="020B0600000101010101" charset="-127"/>
                </a:rPr>
                <a:t>수</a:t>
              </a:r>
              <a:r>
                <a:rPr lang="en-US" sz="2300" b="0" i="0" u="none" strike="noStrike" dirty="0">
                  <a:solidFill>
                    <a:srgbClr val="000000"/>
                  </a:solidFill>
                  <a:latin typeface="Gmarket Sans Medium" panose="020B0600000101010101" charset="-127"/>
                </a:rPr>
                <a:t> </a:t>
              </a:r>
              <a:r>
                <a:rPr lang="ko-KR" sz="2300" b="0" i="0" u="none" strike="noStrike" dirty="0">
                  <a:solidFill>
                    <a:srgbClr val="000000"/>
                  </a:solidFill>
                  <a:ea typeface="Gmarket Sans Medium" panose="020B0600000101010101" charset="-127"/>
                </a:rPr>
                <a:t>있다</a:t>
              </a:r>
              <a:r>
                <a:rPr lang="en-US" sz="2300" b="0" i="0" u="none" strike="noStrike" dirty="0">
                  <a:solidFill>
                    <a:srgbClr val="000000"/>
                  </a:solidFill>
                  <a:latin typeface="Gmarket Sans Medium" panose="020B0600000101010101" charset="-127"/>
                </a:rPr>
                <a:t>.</a:t>
              </a:r>
            </a:p>
          </p:txBody>
        </p:sp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4">
              <a:alphaModFix amt="65000"/>
            </a:blip>
            <a:stretch>
              <a:fillRect/>
            </a:stretch>
          </p:blipFill>
          <p:spPr>
            <a:xfrm>
              <a:off x="4229100" y="2667000"/>
              <a:ext cx="2959100" cy="2959100"/>
            </a:xfrm>
            <a:prstGeom prst="rect">
              <a:avLst/>
            </a:prstGeom>
            <a:effectLst>
              <a:outerShdw blurRad="65637" dist="205225" dir="2700000">
                <a:srgbClr val="000000">
                  <a:alpha val="21000"/>
                </a:srgbClr>
              </a:outerShdw>
            </a:effectLst>
          </p:spPr>
        </p:pic>
        <p:sp>
          <p:nvSpPr>
            <p:cNvPr id="15" name="TextBox 15"/>
            <p:cNvSpPr txBox="1"/>
            <p:nvPr/>
          </p:nvSpPr>
          <p:spPr>
            <a:xfrm>
              <a:off x="4845050" y="3911600"/>
              <a:ext cx="1727200" cy="4699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07899"/>
                </a:lnSpc>
              </a:pPr>
              <a:r>
                <a:rPr lang="ko-KR" sz="2700" b="0" i="0" u="none" strike="noStrike" dirty="0">
                  <a:solidFill>
                    <a:srgbClr val="FFFFFF"/>
                  </a:solidFill>
                  <a:ea typeface="Gmarket Sans Medium"/>
                </a:rPr>
                <a:t>사고</a:t>
              </a:r>
              <a:r>
                <a:rPr lang="en-US" sz="2700" b="0" i="0" u="none" strike="noStrike" dirty="0">
                  <a:solidFill>
                    <a:srgbClr val="FFFFFF"/>
                  </a:solidFill>
                  <a:latin typeface="Gmarket Sans Medium"/>
                </a:rPr>
                <a:t> </a:t>
              </a:r>
              <a:r>
                <a:rPr lang="ko-KR" sz="2700" b="0" i="0" u="none" strike="noStrike" dirty="0">
                  <a:solidFill>
                    <a:srgbClr val="FFFFFF"/>
                  </a:solidFill>
                  <a:ea typeface="Gmarket Sans Medium"/>
                </a:rPr>
                <a:t>예방</a:t>
              </a:r>
            </a:p>
          </p:txBody>
        </p:sp>
      </p:grp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C9F6D75B-7ADB-76B0-8205-77A88DE53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CF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469900"/>
            <a:ext cx="17614900" cy="93472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5280025" y="3832225"/>
            <a:ext cx="7727950" cy="262255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117029"/>
              </a:lnSpc>
            </a:pPr>
            <a:r>
              <a:rPr lang="en-US" sz="7100" b="0" i="0" u="none" strike="noStrike" dirty="0">
                <a:solidFill>
                  <a:srgbClr val="FD9F28"/>
                </a:solidFill>
                <a:latin typeface="Gmarket Sans Bold" panose="020B0600000101010101" charset="-127"/>
                <a:ea typeface="Gmarket Sans Bold" panose="020B0600000101010101" charset="-127"/>
              </a:rPr>
              <a:t>06. </a:t>
            </a:r>
            <a:r>
              <a:rPr lang="en-US" altLang="ko-KR" sz="7200" b="0" i="0" u="none" strike="noStrike" spc="-100" dirty="0">
                <a:solidFill>
                  <a:srgbClr val="FD9F28"/>
                </a:solidFill>
                <a:latin typeface="Gmarket Sans Bold"/>
              </a:rPr>
              <a:t>Reference</a:t>
            </a:r>
            <a:endParaRPr lang="en-US" sz="7100" b="0" i="0" u="none" strike="noStrike" dirty="0">
              <a:solidFill>
                <a:srgbClr val="FD9F28"/>
              </a:solidFill>
              <a:latin typeface="Gmarket Sans Bold" panose="020B0600000101010101" charset="-127"/>
              <a:ea typeface="Gmarket Sans Bold" panose="020B0600000101010101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C32649-DFAF-3495-5806-6A0A8191B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5196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8">
            <a:extLst>
              <a:ext uri="{FF2B5EF4-FFF2-40B4-BE49-F238E27FC236}">
                <a16:creationId xmlns:a16="http://schemas.microsoft.com/office/drawing/2014/main" id="{6199AE66-5CA0-530B-9789-F6FCF0357FAB}"/>
              </a:ext>
            </a:extLst>
          </p:cNvPr>
          <p:cNvSpPr txBox="1"/>
          <p:nvPr/>
        </p:nvSpPr>
        <p:spPr>
          <a:xfrm>
            <a:off x="1822450" y="2978150"/>
            <a:ext cx="14643100" cy="6013450"/>
          </a:xfrm>
          <a:prstGeom prst="rect">
            <a:avLst/>
          </a:prstGeom>
        </p:spPr>
        <p:txBody>
          <a:bodyPr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50000"/>
              </a:lnSpc>
            </a:pPr>
            <a:r>
              <a:rPr lang="en-US" sz="2200" b="1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[1] (2021-1)</a:t>
            </a:r>
            <a:r>
              <a:rPr lang="ko-KR" sz="2200" b="1" i="0" u="none" strike="noStrike" dirty="0" err="1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설계및프로젝트</a:t>
            </a:r>
            <a:r>
              <a:rPr lang="ko-KR" altLang="en-US" sz="2200" b="1" dirty="0" err="1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심화</a:t>
            </a:r>
            <a:r>
              <a:rPr lang="en-US" sz="2200" b="1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I</a:t>
            </a:r>
          </a:p>
          <a:p>
            <a:pPr lvl="0" algn="l">
              <a:lnSpc>
                <a:spcPct val="150000"/>
              </a:lnSpc>
            </a:pPr>
            <a:r>
              <a:rPr lang="en-US" altLang="ko-KR" sz="2200" b="1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6</a:t>
            </a:r>
            <a:r>
              <a:rPr lang="ko-KR" sz="2200" b="1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조</a:t>
            </a:r>
            <a:r>
              <a:rPr lang="en-US" sz="2200" b="1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_</a:t>
            </a:r>
            <a:r>
              <a:rPr lang="ko-KR" altLang="en-US" sz="2200" b="1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스마트한 </a:t>
            </a:r>
            <a:r>
              <a:rPr lang="ko-KR" altLang="en-US" sz="2200" b="1" i="0" u="none" strike="noStrike" dirty="0" err="1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승하차</a:t>
            </a:r>
            <a:r>
              <a:rPr lang="ko-KR" altLang="en-US" sz="2200" b="1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관리 및 원아 일지 시스템</a:t>
            </a:r>
            <a:endParaRPr lang="en-US" altLang="ko-KR" sz="2200" b="1" i="0" u="none" strike="noStrike" dirty="0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 lvl="0" algn="l">
              <a:lnSpc>
                <a:spcPct val="150000"/>
              </a:lnSpc>
            </a:pPr>
            <a:r>
              <a:rPr lang="en-US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[2] </a:t>
            </a:r>
            <a:r>
              <a:rPr lang="ko-KR" sz="2000" b="0" i="0" u="none" strike="noStrike" dirty="0" err="1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이다온</a:t>
            </a:r>
            <a:r>
              <a:rPr lang="en-US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기자</a:t>
            </a:r>
            <a:r>
              <a:rPr lang="en-US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, </a:t>
            </a:r>
            <a:r>
              <a:rPr lang="ko-KR" sz="2000" b="0" i="0" u="none" strike="noStrike" dirty="0" err="1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안전벨</a:t>
            </a:r>
            <a:r>
              <a:rPr lang="en-US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·</a:t>
            </a:r>
            <a:r>
              <a:rPr lang="ko-KR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동승보호자</a:t>
            </a:r>
            <a:r>
              <a:rPr lang="en-US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있었는데</a:t>
            </a:r>
            <a:r>
              <a:rPr lang="en-US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… 3</a:t>
            </a:r>
            <a:r>
              <a:rPr lang="ko-KR" sz="2000" b="0" i="0" u="none" strike="noStrike" dirty="0" err="1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세아이</a:t>
            </a:r>
            <a:r>
              <a:rPr lang="en-US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통학버스에</a:t>
            </a:r>
            <a:r>
              <a:rPr lang="en-US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한시간</a:t>
            </a:r>
            <a:r>
              <a:rPr lang="en-US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갇혀</a:t>
            </a:r>
            <a:r>
              <a:rPr lang="en-US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, </a:t>
            </a:r>
            <a:r>
              <a:rPr lang="ko-KR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대전일보</a:t>
            </a:r>
            <a:r>
              <a:rPr lang="en-US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, 2022.08.11 20:15</a:t>
            </a:r>
          </a:p>
          <a:p>
            <a:pPr lvl="0" algn="l">
              <a:lnSpc>
                <a:spcPct val="150000"/>
              </a:lnSpc>
            </a:pPr>
            <a:r>
              <a:rPr lang="en-US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http://www.daejonilbo.com/news/articleView.html?idxno=2018269</a:t>
            </a:r>
          </a:p>
          <a:p>
            <a:pPr lvl="0" algn="l">
              <a:lnSpc>
                <a:spcPct val="150000"/>
              </a:lnSpc>
            </a:pPr>
            <a:r>
              <a:rPr lang="en-US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[3] </a:t>
            </a:r>
            <a:r>
              <a:rPr lang="ko-KR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강민수</a:t>
            </a:r>
            <a:r>
              <a:rPr lang="en-US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기자</a:t>
            </a:r>
            <a:r>
              <a:rPr lang="en-US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, [</a:t>
            </a:r>
            <a:r>
              <a:rPr lang="ko-KR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아주</a:t>
            </a:r>
            <a:r>
              <a:rPr lang="en-US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쉬운</a:t>
            </a:r>
            <a:r>
              <a:rPr lang="en-US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뉴스</a:t>
            </a:r>
            <a:r>
              <a:rPr lang="en-US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Q&amp;A] </a:t>
            </a:r>
            <a:r>
              <a:rPr lang="ko-KR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잇따른</a:t>
            </a:r>
            <a:r>
              <a:rPr lang="en-US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통학버스</a:t>
            </a:r>
            <a:r>
              <a:rPr lang="en-US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sz="2000" b="0" i="0" u="none" strike="noStrike" dirty="0" err="1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갇힘사고</a:t>
            </a:r>
            <a:r>
              <a:rPr lang="en-US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, </a:t>
            </a:r>
            <a:r>
              <a:rPr lang="ko-KR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왜</a:t>
            </a:r>
            <a:r>
              <a:rPr lang="en-US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자꾸</a:t>
            </a:r>
            <a:r>
              <a:rPr lang="en-US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반복되나요</a:t>
            </a:r>
            <a:r>
              <a:rPr lang="en-US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?, </a:t>
            </a:r>
            <a:r>
              <a:rPr lang="ko-KR" sz="2000" b="0" i="0" u="none" strike="noStrike" dirty="0" err="1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아주경제</a:t>
            </a:r>
            <a:r>
              <a:rPr lang="en-US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, 2018.07.22 06:00</a:t>
            </a:r>
          </a:p>
          <a:p>
            <a:pPr lvl="0" algn="l">
              <a:lnSpc>
                <a:spcPct val="150000"/>
              </a:lnSpc>
            </a:pPr>
            <a:r>
              <a:rPr lang="en-US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https://www.ajunews.com/view/20180720091335815</a:t>
            </a:r>
          </a:p>
          <a:p>
            <a:pPr lvl="0" algn="l">
              <a:lnSpc>
                <a:spcPct val="150000"/>
              </a:lnSpc>
            </a:pPr>
            <a:r>
              <a:rPr lang="en-US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[4] </a:t>
            </a:r>
            <a:r>
              <a:rPr lang="ko-KR" sz="2000" b="0" i="0" u="none" strike="noStrike" dirty="0" err="1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송욱</a:t>
            </a:r>
            <a:r>
              <a:rPr lang="en-US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기자</a:t>
            </a:r>
            <a:r>
              <a:rPr lang="en-US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, [</a:t>
            </a:r>
            <a:r>
              <a:rPr lang="ko-KR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리포트</a:t>
            </a:r>
            <a:r>
              <a:rPr lang="en-US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+] </a:t>
            </a:r>
            <a:r>
              <a:rPr lang="ko-KR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폭염</a:t>
            </a:r>
            <a:r>
              <a:rPr lang="en-US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속</a:t>
            </a:r>
            <a:r>
              <a:rPr lang="en-US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버스에서</a:t>
            </a:r>
            <a:r>
              <a:rPr lang="en-US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어린아이</a:t>
            </a:r>
            <a:r>
              <a:rPr lang="en-US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또</a:t>
            </a:r>
            <a:r>
              <a:rPr lang="en-US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숨져</a:t>
            </a:r>
            <a:r>
              <a:rPr lang="en-US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…</a:t>
            </a:r>
            <a:r>
              <a:rPr lang="ko-KR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반복되는</a:t>
            </a:r>
            <a:r>
              <a:rPr lang="en-US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갇힘</a:t>
            </a:r>
            <a:r>
              <a:rPr lang="en-US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사고</a:t>
            </a:r>
            <a:r>
              <a:rPr lang="en-US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, </a:t>
            </a:r>
            <a:r>
              <a:rPr lang="ko-KR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해결책은</a:t>
            </a:r>
            <a:r>
              <a:rPr lang="en-US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없나</a:t>
            </a:r>
            <a:r>
              <a:rPr lang="en-US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?, SBS</a:t>
            </a:r>
            <a:r>
              <a:rPr lang="ko-KR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뉴스</a:t>
            </a:r>
            <a:r>
              <a:rPr lang="en-US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, 2018.07.20 14:04</a:t>
            </a:r>
          </a:p>
          <a:p>
            <a:pPr lvl="0" algn="l">
              <a:lnSpc>
                <a:spcPct val="150000"/>
              </a:lnSpc>
            </a:pPr>
            <a:r>
              <a:rPr lang="en-US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  <a:hlinkClick r:id="rId2"/>
              </a:rPr>
              <a:t>https://news.sbs.co.kr/news/endPage.do?news_id=N1004853237</a:t>
            </a:r>
            <a:endParaRPr lang="en-US" sz="2000" b="0" i="0" u="none" strike="noStrike" dirty="0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[5</a:t>
            </a:r>
            <a:r>
              <a:rPr lang="en-US" altLang="ko-KR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] </a:t>
            </a:r>
            <a:r>
              <a:rPr lang="ko-KR" altLang="en-US" sz="20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문형진</a:t>
            </a:r>
            <a:r>
              <a:rPr lang="en-US" altLang="ko-KR" sz="20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, </a:t>
            </a:r>
            <a:r>
              <a:rPr lang="en-US" altLang="ko-KR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『</a:t>
            </a:r>
            <a:r>
              <a:rPr lang="ko-KR" altLang="en-US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딥러닝 기반의 사용자인증을 활용한 어린이 버스에서 안전한 승차 및 하차 시스템 설계</a:t>
            </a:r>
            <a:r>
              <a:rPr lang="en-US" altLang="ko-KR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』, </a:t>
            </a:r>
            <a:br>
              <a:rPr lang="en-US" altLang="ko-KR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</a:br>
            <a:r>
              <a:rPr lang="en-US" altLang="ko-KR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     </a:t>
            </a:r>
            <a:r>
              <a:rPr lang="ko-KR" altLang="en-US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융합정보논문지</a:t>
            </a:r>
            <a:r>
              <a:rPr lang="en-US" altLang="ko-KR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, 2020, pp. 111 - 116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[6] </a:t>
            </a:r>
            <a:r>
              <a:rPr lang="ko-KR" altLang="en-US" sz="2000" b="0" i="0" u="none" strike="noStrike" dirty="0" err="1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이승재</a:t>
            </a:r>
            <a:r>
              <a:rPr lang="ko-KR" altLang="en-US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외 </a:t>
            </a:r>
            <a:r>
              <a:rPr lang="en-US" altLang="ko-KR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7</a:t>
            </a:r>
            <a:r>
              <a:rPr lang="ko-KR" altLang="en-US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인</a:t>
            </a:r>
            <a:r>
              <a:rPr lang="en-US" altLang="ko-KR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, 『</a:t>
            </a:r>
            <a:r>
              <a:rPr lang="ko-KR" altLang="en-US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어린이 운송 차량의 안전사고 방지 방안에 관한 연구</a:t>
            </a:r>
            <a:r>
              <a:rPr lang="en-US" altLang="ko-KR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』, </a:t>
            </a:r>
            <a:br>
              <a:rPr lang="en-US" altLang="ko-KR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</a:br>
            <a:r>
              <a:rPr lang="en-US" altLang="ko-KR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    2023</a:t>
            </a:r>
            <a:r>
              <a:rPr lang="ko-KR" altLang="en-US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년 한국산학기술학회 추계 학술발표논문집</a:t>
            </a:r>
            <a:r>
              <a:rPr lang="en-US" altLang="ko-KR" sz="2000" b="0" i="0" u="none" strike="noStrike" dirty="0">
                <a:solidFill>
                  <a:srgbClr val="000000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, 2023, pp. 132 - 134</a:t>
            </a:r>
            <a:endParaRPr lang="en-US" sz="2000" dirty="0">
              <a:solidFill>
                <a:srgbClr val="000000"/>
              </a:solidFill>
              <a:latin typeface="Gmarket Sans Medium" panose="020B0600000101010101" charset="-127"/>
              <a:ea typeface="Gmarket Sans Medium" panose="020B0600000101010101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F1B35D0-E4BE-9CF7-4FF1-B6585EC4D201}"/>
              </a:ext>
            </a:extLst>
          </p:cNvPr>
          <p:cNvGrpSpPr/>
          <p:nvPr/>
        </p:nvGrpSpPr>
        <p:grpSpPr>
          <a:xfrm>
            <a:off x="1066800" y="825500"/>
            <a:ext cx="6921500" cy="1422400"/>
            <a:chOff x="1193800" y="1295400"/>
            <a:chExt cx="6921500" cy="142240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A0DAD9A-587C-1EB2-80ED-9C5D256B0F2D}"/>
                </a:ext>
              </a:extLst>
            </p:cNvPr>
            <p:cNvSpPr txBox="1"/>
            <p:nvPr/>
          </p:nvSpPr>
          <p:spPr>
            <a:xfrm>
              <a:off x="1193800" y="1689100"/>
              <a:ext cx="6921500" cy="1028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99600"/>
                </a:lnSpc>
              </a:pPr>
              <a:r>
                <a:rPr lang="ko-KR" altLang="en-US" sz="5800" b="0" i="0" u="none" strike="noStrike" spc="-200" dirty="0">
                  <a:solidFill>
                    <a:srgbClr val="FD9F28"/>
                  </a:solidFill>
                  <a:ea typeface="Gmarket Sans Bold"/>
                </a:rPr>
                <a:t>참고문헌</a:t>
              </a:r>
              <a:endParaRPr lang="ko-KR" sz="5800" b="0" i="0" u="none" strike="noStrike" spc="-200" dirty="0">
                <a:solidFill>
                  <a:srgbClr val="FD9F28"/>
                </a:solidFill>
                <a:ea typeface="Gmarket Sans Bold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CB8DF9A-029D-F1A1-1526-4C8517B4C481}"/>
                </a:ext>
              </a:extLst>
            </p:cNvPr>
            <p:cNvSpPr txBox="1"/>
            <p:nvPr/>
          </p:nvSpPr>
          <p:spPr>
            <a:xfrm>
              <a:off x="1193800" y="1295400"/>
              <a:ext cx="3810000" cy="317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l">
                <a:lnSpc>
                  <a:spcPct val="107899"/>
                </a:lnSpc>
              </a:pPr>
              <a:r>
                <a:rPr lang="en-US" dirty="0">
                  <a:solidFill>
                    <a:srgbClr val="2D2D2D">
                      <a:alpha val="60000"/>
                    </a:srgbClr>
                  </a:solidFill>
                  <a:latin typeface="Gmarket Sans Medium"/>
                </a:rPr>
                <a:t>6</a:t>
              </a:r>
              <a:r>
                <a:rPr lang="en-US" sz="1800" b="0" i="0" u="none" strike="noStrike" dirty="0">
                  <a:solidFill>
                    <a:srgbClr val="2D2D2D">
                      <a:alpha val="60000"/>
                    </a:srgbClr>
                  </a:solidFill>
                  <a:latin typeface="Gmarket Sans Medium"/>
                </a:rPr>
                <a:t>. Reference</a:t>
              </a:r>
            </a:p>
          </p:txBody>
        </p: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6600945-A613-B508-DEFA-E1B6F8915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EF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1300" y="9753600"/>
            <a:ext cx="18757900" cy="5334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371600" y="2959100"/>
            <a:ext cx="11201400" cy="1638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9200" b="0" i="0" u="none" strike="noStrike" spc="-400" dirty="0">
                <a:solidFill>
                  <a:srgbClr val="FD9F28"/>
                </a:solidFill>
                <a:latin typeface="Gmarket Sans Bold"/>
              </a:rPr>
              <a:t>Thank You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sp>
        <p:nvSpPr>
          <p:cNvPr id="14" name="TextBox 5">
            <a:extLst>
              <a:ext uri="{FF2B5EF4-FFF2-40B4-BE49-F238E27FC236}">
                <a16:creationId xmlns:a16="http://schemas.microsoft.com/office/drawing/2014/main" id="{F35124F4-1137-6786-EC3C-BF01EF227837}"/>
              </a:ext>
            </a:extLst>
          </p:cNvPr>
          <p:cNvSpPr txBox="1"/>
          <p:nvPr/>
        </p:nvSpPr>
        <p:spPr>
          <a:xfrm>
            <a:off x="1398738" y="1257300"/>
            <a:ext cx="2411262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4000" b="0" i="0" u="none" strike="noStrike" dirty="0">
                <a:solidFill>
                  <a:srgbClr val="FD9F28"/>
                </a:solidFill>
                <a:latin typeface="Gmarket Sans Bold" panose="020B0600000101010101" charset="-127"/>
                <a:ea typeface="Gmarket Sans Bold" panose="020B0600000101010101" charset="-127"/>
              </a:rPr>
              <a:t>위치</a:t>
            </a:r>
            <a:r>
              <a:rPr lang="en-US" sz="4000" b="0" i="0" u="none" strike="noStrike" dirty="0">
                <a:solidFill>
                  <a:srgbClr val="FD9F28"/>
                </a:solidFill>
                <a:latin typeface="Gmarket Sans Bold" panose="020B0600000101010101" charset="-127"/>
                <a:ea typeface="Gmarket Sans Bold" panose="020B0600000101010101" charset="-127"/>
              </a:rPr>
              <a:t> </a:t>
            </a:r>
            <a:r>
              <a:rPr lang="ko-KR" sz="4000" b="0" i="0" u="none" strike="noStrike" dirty="0">
                <a:solidFill>
                  <a:srgbClr val="FD9F28"/>
                </a:solidFill>
                <a:latin typeface="Gmarket Sans Bold" panose="020B0600000101010101" charset="-127"/>
                <a:ea typeface="Gmarket Sans Bold" panose="020B0600000101010101" charset="-127"/>
                <a:cs typeface="ADLaM Display" panose="02010000000000000000" pitchFamily="2" charset="0"/>
              </a:rPr>
              <a:t>기반</a:t>
            </a: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78EBDBAB-7EA0-FDC4-3A5E-9121ED9F4530}"/>
              </a:ext>
            </a:extLst>
          </p:cNvPr>
          <p:cNvSpPr txBox="1"/>
          <p:nvPr/>
        </p:nvSpPr>
        <p:spPr>
          <a:xfrm>
            <a:off x="1384300" y="1943100"/>
            <a:ext cx="57023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200" b="0" i="0" u="none" strike="noStrike" dirty="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어린이</a:t>
            </a:r>
            <a:r>
              <a:rPr lang="en-US" sz="3200" b="0" i="0" u="none" strike="noStrike" dirty="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 </a:t>
            </a:r>
            <a:r>
              <a:rPr lang="ko-KR" altLang="en-US" sz="3200" b="0" i="0" u="none" strike="noStrike" dirty="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하차 태그 </a:t>
            </a:r>
            <a:r>
              <a:rPr lang="ko-KR" sz="3200" b="0" i="0" u="none" strike="noStrike" dirty="0">
                <a:solidFill>
                  <a:srgbClr val="595959"/>
                </a:solidFill>
                <a:latin typeface="Gmarket Sans Medium" panose="020B0600000101010101" charset="-127"/>
                <a:ea typeface="Gmarket Sans Medium" panose="020B0600000101010101" charset="-127"/>
              </a:rPr>
              <a:t>애플리케이션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8A3FEEB-D346-350C-5F20-22383BD01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31196"/>
    </mc:Choice>
    <mc:Fallback xmlns="">
      <p:transition spd="slow" advTm="1131196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E11396AE2080D6448467023BE7C06222" ma:contentTypeVersion="12" ma:contentTypeDescription="새 문서를 만듭니다." ma:contentTypeScope="" ma:versionID="32ed3a378c5df373d2ecc17ddbeb68b8">
  <xsd:schema xmlns:xsd="http://www.w3.org/2001/XMLSchema" xmlns:xs="http://www.w3.org/2001/XMLSchema" xmlns:p="http://schemas.microsoft.com/office/2006/metadata/properties" xmlns:ns2="ae8c7e1b-732b-40c0-946e-37dc32a48a00" xmlns:ns3="586c2cb1-3b9a-4fa5-9d1c-b016b069d99b" targetNamespace="http://schemas.microsoft.com/office/2006/metadata/properties" ma:root="true" ma:fieldsID="036fc8ee4cdc0de7bcd94132a6cdb46d" ns2:_="" ns3:_="">
    <xsd:import namespace="ae8c7e1b-732b-40c0-946e-37dc32a48a00"/>
    <xsd:import namespace="586c2cb1-3b9a-4fa5-9d1c-b016b069d9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8c7e1b-732b-40c0-946e-37dc32a48a0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37443d77-d801-4529-9017-a9c50f29e4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6c2cb1-3b9a-4fa5-9d1c-b016b069d99b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d0ff30e3-e25e-4f6a-b49c-7bda69d9ae14}" ma:internalName="TaxCatchAll" ma:showField="CatchAllData" ma:web="586c2cb1-3b9a-4fa5-9d1c-b016b069d9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e8c7e1b-732b-40c0-946e-37dc32a48a00">
      <Terms xmlns="http://schemas.microsoft.com/office/infopath/2007/PartnerControls"/>
    </lcf76f155ced4ddcb4097134ff3c332f>
    <TaxCatchAll xmlns="586c2cb1-3b9a-4fa5-9d1c-b016b069d99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E909B51-8910-4B66-9C70-549A38BE7E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e8c7e1b-732b-40c0-946e-37dc32a48a00"/>
    <ds:schemaRef ds:uri="586c2cb1-3b9a-4fa5-9d1c-b016b069d9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B46CDE1-BE8E-4CEA-B724-27ED2E18AB9E}">
  <ds:schemaRefs>
    <ds:schemaRef ds:uri="http://schemas.microsoft.com/office/2006/metadata/properties"/>
    <ds:schemaRef ds:uri="http://schemas.microsoft.com/office/infopath/2007/PartnerControls"/>
    <ds:schemaRef ds:uri="ae8c7e1b-732b-40c0-946e-37dc32a48a00"/>
    <ds:schemaRef ds:uri="586c2cb1-3b9a-4fa5-9d1c-b016b069d99b"/>
  </ds:schemaRefs>
</ds:datastoreItem>
</file>

<file path=customXml/itemProps3.xml><?xml version="1.0" encoding="utf-8"?>
<ds:datastoreItem xmlns:ds="http://schemas.openxmlformats.org/officeDocument/2006/customXml" ds:itemID="{229EE6B8-A38E-4FBC-B411-36288582EAC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612</TotalTime>
  <Words>945</Words>
  <Application>Microsoft Office PowerPoint</Application>
  <PresentationFormat>사용자 지정</PresentationFormat>
  <Paragraphs>279</Paragraphs>
  <Slides>26</Slides>
  <Notes>4</Notes>
  <HiddenSlides>0</HiddenSlides>
  <MMClips>1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7" baseType="lpstr">
      <vt:lpstr>Gmarket Sans Medium</vt:lpstr>
      <vt:lpstr>Calibri</vt:lpstr>
      <vt:lpstr>Noto Sans CJK KR Medium</vt:lpstr>
      <vt:lpstr>Gmarket Sans Bold</vt:lpstr>
      <vt:lpstr>Noto Sans CJK KR Bold</vt:lpstr>
      <vt:lpstr>ONE Mobile OTF Bold</vt:lpstr>
      <vt:lpstr>맑은 고딕</vt:lpstr>
      <vt:lpstr>Arial</vt:lpstr>
      <vt:lpstr>ONE 모바일고딕 OTF Regular</vt:lpstr>
      <vt:lpstr>ONE Mobile OTF Regular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>[학부생]김태경</cp:lastModifiedBy>
  <cp:revision>17</cp:revision>
  <dcterms:created xsi:type="dcterms:W3CDTF">2006-08-16T00:00:00Z</dcterms:created>
  <dcterms:modified xsi:type="dcterms:W3CDTF">2026-05-27T02:35:17Z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0x010100E11396AE2080D6448467023BE7C06222</vt:lpwstr>
  </property>
</Properties>
</file>